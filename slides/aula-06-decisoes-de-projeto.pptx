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06 — Decisões de projeto e o fluxo de Pull Request.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todo detalhe virar decisão registrada, ninguém lê nada. O critério é o custo de reverter.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todo detalhe virar decisão registrada, ninguém lê nada. O critério é o custo de reverter.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escolham os critérios ANTES de comparar. Senão a tabela justifica o que já queriam.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escolham os critérios ANTES de comparar. Senão a tabela justifica o que já queriam.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Rastreabilidade é critério de aceite do Trabalho 2. Cobrar já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Rastreabilidade é critério de aceite do Trabalho 2. Cobrar já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um PR de verdade em aula, com a turma olhando. O template de PR já vem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um PR de verdade em aula, com a turma olhando. O template de PR já vem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 o fluxo de Pull Request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Entregamos o walking skeleton: a história zero roda ponta a ponta,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histórias, critérios de aceite, riscos e o problema central escritos.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1 cobrou decisão, não definição — e a consulta era a que vocês escreveram.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executa, mas faz o mínimo: publicar, listar, aceitar.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estão em SQLite, embutido no Node.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hoje, nada entra na main sem Pull Request revisado.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a análise em decisões de projeto justificadas — e passar a integrar mudanças como se fosse um time de verdade.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decisões que o caso exige, cada uma com 2 alternativas.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 de projeto × detalhe de implementação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projeto é a escolha que, se mudar depois, custa caro. Detalhe de implementação é o que se troca numa tarde.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os dados ficam guardados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depois exige migração e refatoração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lista é ordenada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linha de 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resolve o conflito de duas ONGs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Vira regra de negócio e afeta o 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Merece decisão registrada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reverter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Afeta várias partes do sistema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alternativas defensáveis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merece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de variável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 do botão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linter já resolve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Trade-off: nenhuma solução vem sem custo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escolha compra uma vantagem pagando com outra coisa. Quem só lista vantagens não decidiu — vendeu.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Cadastro em 3 campos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Cadastro 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cadastra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rápido, adere mais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desiste no meio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insuficiente p/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atende a norma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não autorizada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doações na plataforma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explícito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ganha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perde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quem paga a conta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trade-off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"Nossa opção é melhor em tudo"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de palha, criada para perder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escolhidos depois da decisão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análise à decisão: rastreabilidade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de projeto responde a um requisito, um risco ou uma restrição que vocês já levantaram na Unidade 1.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Risco: perecível vence antes da coleta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janela de retirada visível e curta na listagem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ancorada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 requisito ou risco de origem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por que essa e não outra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como será validada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órfã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"Escolhemos porque é moderno"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"Todo mundo usa"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qual problema resolve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Pull Request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agora: branch por história, revisão de outro integrante, CI verde, e só então merge na main.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9222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19456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2958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393192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6694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0430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740664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que ajuda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Pequeno, uma história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faz e como verificar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teste do critério de aceite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que atrapalha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arquivos, "várias melhorias"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sem ninguém ler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com CI vermelho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a integrar toda mudança relevante por PR revisado por outro integrante.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as 3 decisões de projeto no docs/projeto.md.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cada decisão a um requisito ou risco da Unidade 1.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a consulta manuscrita da unidade 2.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3 decisões que o caso exige e, para cada uma, 2 alternativas viáveis.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uma tabela de trade-offs (critérios × alternativas) para uma das decisões.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cada decisão a um requisito ou risco da unidade de Análise que a justifica.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comparar alternativas e revisar seu raciocínio. A decisão e a justificativa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decisão do seu grupo você teria dificuldade de defender hoje?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2026-07-27T02:05:59Z</dcterms:created>
  <dcterms:modified xsi:type="dcterms:W3CDTF">2026-07-27T02:05:59Z</dcterms:modified>
</cp:coreProperties>
</file>