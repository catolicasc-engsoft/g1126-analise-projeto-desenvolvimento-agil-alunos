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Aula 06 — Decisões de projeto e o fluxo de Pull Request. ~70 min de exposição; o restante é produção em sala.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Retomar rápido. Se ninguém lembrar, é sinal de que a evidência da aula anterior foi fraca.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o estado real do produto. Se algum grupo está travado, aparece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 aula produz uma evidência. Dizer qual é, antes de começar.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todo detalhe virar decisão registrada, ninguém lê nada. O critério é o custo de reverter.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todo detalhe virar decisão registrada, ninguém lê nada. O critério é o custo de reverter.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escolham os critérios ANTES de comparar. Senão a tabela justifica o que já queriam.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Pedir que escolham os critérios ANTES de comparar. Senão a tabela justifica o que já queriam.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Rastreabilidade é critério de aceite do Trabalho 2. Cobrar já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Rastreabilidade é critério de aceite do Trabalho 2. Cobrar já hoje.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um PR de verdade em aula, com a turma olhando. O template de PR já vem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um PR de verdade em aula, com a turma olhando. O template de PR já vem no repositório.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Circular entre os grupos. Questionar decisões e introduzir restrições novas.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três atividades são complementares: a 1 produz, a 2 transforma, a 3 usa e critica IA. Correção binária: entregou as três no prazo e no formato, pontuou.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for colaboradora: exigir o registro do que a IA gerou e do que eles mudaram.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Reservar 1 min ao final. Nunca entregar resumo pronto — a consulta é evidência de aprendizagem.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Aula 06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731520" y="182880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de projeto e o fluxo de Pull Request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2 — Projeto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de IA: IA para consulta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onde viemos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Unidade 1 — Análise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8229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Entregamos o walking skeleton: a história zero roda ponta a ponta, com CI verde.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Temos histórias, critérios de aceite, riscos e o problema central escritos.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1 cobrou decisão, não definição — e a consulta era a que vocês escreveram.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Retomada · 5 min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estamos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vivo,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8229600" cy="1737360"/>
          </a:xfrm>
          <a:prstGeom prst="roundRect">
            <a:avLst>
              <a:gd name="adj" fmla="val 7368"/>
            </a:avLst>
          </a:prstGeom>
          <a:solidFill>
            <a:srgbClr val="EAF2E6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executa, mas faz o mínimo: publicar, listar, aceitar.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dados estão em SQLite, embutido no Node.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hoje, nada entra na main sem Pull Request revisado.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 vivo · 3 min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 da aula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11887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645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Transformar a análise em decisões de projeto justificadas — e passar a integrar mudanças como se fosse um time de verdade.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2697480"/>
            <a:ext cx="8229600" cy="868680"/>
          </a:xfrm>
          <a:prstGeom prst="roundRect">
            <a:avLst>
              <a:gd name="adj" fmla="val 12632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697480"/>
            <a:ext cx="7680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que sai desta aula: </a:t>
            </a:r>
            <a:pPr indent="0" marL="0">
              <a:buNone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decisões que o caso exige, cada uma com 2 alternativas.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· 2 min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Decisão de projeto × detalhe de implementação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de projeto é a escolha que, se mudar depois, custa caro. Detalhe de implementação é o que se troca numa tarde.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05840"/>
                <a:gridCol w="493776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Prato Cheio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quê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 os dados ficam guardados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Trocar depois exige migração e refatoração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Como a lista é ordenada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Detalhe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Uma linha de SQL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Quem resolve o conflito de duas ONGs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Vira regra de negócio e afeta o modelo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Merece decisão registrada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Difícil de reverter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Afeta várias partes do sistema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alternativas defensáveis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merece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Nome de variável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 do botão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linter já resolve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Trade-off: nenhuma solução vem sem custo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escolha compra uma vantagem pagando com outra coisa. Quem só lista vantagens não decidiu — vendeu.</a:t>
            </a:r>
            <a:endParaRPr lang="en-US" sz="1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8600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Cadastro em 3 campos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Cadastro completo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Doador cadastra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rápido, adere mais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desiste no meio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Rastreabilidade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insuficiente p/ vigilância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atende a norma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Risco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não autorizada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645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menos doações na plataforma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E0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 explícito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ganha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se perde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quem paga a conta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Falso trade-off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"Nossa opção é melhor em tudo"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 de palha, criada para perder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escolhidos depois da decisão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análise à decisão: rastreabilidade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decisão de projeto responde a um requisito, um risco ou uma restrição que vocês já levantaram na Unidade 1.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2286000"/>
            <a:ext cx="3438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Risco: perecível vence antes da coleta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79392" y="2542032"/>
            <a:ext cx="502920" cy="411480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4983480" y="2286000"/>
            <a:ext cx="3703320" cy="914400"/>
          </a:xfrm>
          <a:prstGeom prst="roundRect">
            <a:avLst>
              <a:gd name="adj" fmla="val 12000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93208" y="2286000"/>
            <a:ext cx="34838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janela de retirada visível e curta na listagem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ancorada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Aponta o requisito ou risco de origem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 por que essa e não outra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como será validada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órfã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"Escolhemos porque é moderno"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"Todo mundo usa"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Ninguém sabe qual problema resolve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Fluxo de Pull Request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agora: branch por história, revisão de outro integrante, CI verde, e só então merge na main.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79222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9" name="Shape 7"/>
          <p:cNvSpPr/>
          <p:nvPr/>
        </p:nvSpPr>
        <p:spPr>
          <a:xfrm>
            <a:off x="219456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19456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52958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2" name="Shape 10"/>
          <p:cNvSpPr/>
          <p:nvPr/>
        </p:nvSpPr>
        <p:spPr>
          <a:xfrm>
            <a:off x="393192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26694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F1F5EF"/>
          </a:solidFill>
          <a:ln w="19050">
            <a:solidFill>
              <a:srgbClr val="2C5F2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revisão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004304" y="2478024"/>
            <a:ext cx="347472" cy="329184"/>
          </a:xfrm>
          <a:prstGeom prst="chevron">
            <a:avLst/>
          </a:prstGeom>
          <a:solidFill>
            <a:srgbClr val="97BC62"/>
          </a:solidFill>
          <a:ln/>
        </p:spPr>
      </p:sp>
      <p:sp>
        <p:nvSpPr>
          <p:cNvPr id="18" name="Shape 16"/>
          <p:cNvSpPr/>
          <p:nvPr/>
        </p:nvSpPr>
        <p:spPr>
          <a:xfrm>
            <a:off x="7406640" y="2286000"/>
            <a:ext cx="1280160" cy="713232"/>
          </a:xfrm>
          <a:prstGeom prst="roundRect">
            <a:avLst>
              <a:gd name="adj" fmla="val 15385"/>
            </a:avLst>
          </a:prstGeom>
          <a:solidFill>
            <a:srgbClr val="97BC62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406640" y="228600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3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10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87552" y="310896"/>
            <a:ext cx="7699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Prato Cheio — e o contraponto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que ajuda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Pequeno, uma história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Diz o que faz e como verificar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teste do critério de aceite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709160" y="1097280"/>
            <a:ext cx="3977640" cy="2926080"/>
          </a:xfrm>
          <a:prstGeom prst="roundRect">
            <a:avLst>
              <a:gd name="adj" fmla="val 4375"/>
            </a:avLst>
          </a:prstGeom>
          <a:solidFill>
            <a:srgbClr val="FBF1EF"/>
          </a:solidFill>
          <a:ln w="1905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10328" y="1243584"/>
            <a:ext cx="3575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que atrapalha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910328" y="1645920"/>
            <a:ext cx="3575304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arquivos, "várias melhorias"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Aprovado sem ninguém ler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7A3A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com CI vermelho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 + contraponto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Produção contínua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todos os grupos evoluem no produto hoje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2377440"/>
          </a:xfrm>
          <a:prstGeom prst="roundRect">
            <a:avLst>
              <a:gd name="adj" fmla="val 5385"/>
            </a:avLst>
          </a:prstGeom>
          <a:solidFill>
            <a:srgbClr val="F1F5EF"/>
          </a:solidFill>
          <a:ln w="19050">
            <a:solidFill>
              <a:srgbClr val="97BC6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481328"/>
            <a:ext cx="7589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Passar a integrar toda mudança relevante por PR revisado por outro integrante.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as 3 decisões de projeto no docs/projeto.md.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cada decisão a um requisito ou risco da Unidade 1.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Iniciar a consulta manuscrita da unidade 2.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Produção · o produto vivo avança em toda aula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Trabalho em sala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grupo (3 a 5 pessoas) — as três atividades, na ordem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98448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1591056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1591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298448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Listar 3 decisões que o caso exige e, para cada uma, 2 alternativas viáveis.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04872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697480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34440" y="2404872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uma tabela de trade-offs (critérios × alternativas) para uma das decisões.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57200" y="3511296"/>
            <a:ext cx="822960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D6E0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3803904"/>
            <a:ext cx="384048" cy="384048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8039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34440" y="3511296"/>
            <a:ext cx="7223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cada decisão a um requisito ou risco da unidade de Análise que a justifica.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três, entregues ao final do encontro · valem 0,25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Nível de IA nesta aula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8229600" cy="1051560"/>
          </a:xfrm>
          <a:prstGeom prst="roundRect">
            <a:avLst>
              <a:gd name="adj" fmla="val 12174"/>
            </a:avLst>
          </a:prstGeom>
          <a:solidFill>
            <a:srgbClr val="2C5F2D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229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IA para consulta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2377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Pode comparar alternativas e revisar seu raciocínio. A decisão e a justificativa são suas.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1089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qualquer nível, você continua responsável por verificar, testar, corrigir e defender o resultado.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475945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E7D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Premissa 3 · o nível é declarado em toda atividade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51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 consulta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457200" y="160020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decisão do seu grupo você teria dificuldade de defender hoje?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Manuscrita, de próprio punho, extensão a seu critério. É a única consulta permitida na prova.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2026-07-28T00:37:57Z</dcterms:created>
  <dcterms:modified xsi:type="dcterms:W3CDTF">2026-07-28T00:37:57Z</dcterms:modified>
</cp:coreProperties>
</file>