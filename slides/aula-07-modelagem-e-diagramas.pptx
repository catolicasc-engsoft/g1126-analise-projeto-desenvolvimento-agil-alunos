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07 — Modelagem e diagramas.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qual pergunta este diagrama responde? Se não souberem, o diagrama não precisa existir.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qual pergunta este diagrama responde? Se não souberem, o diagrama não precisa existir.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caso, contexto + dados costuma bastar. Componentes só quando a divisão de trabalho exigir.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caso, contexto + dados costuma bastar. Componentes só quando a divisão de trabalho exigir.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 onde o fluxo quebra na vida real: doador desiste, ONG não busca, comida vence.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 onde o fluxo quebra na vida real: doador desiste, ONG não busca, comida vence.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aula de IA colaboradora: exigir o registro do que foi alterado no que a ferramenta gerou.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aula de IA colaboradora: exigir o registro do que foi alterado no que a ferramenta gerou.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Modelagem e diagramas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Separamos decisão de projeto de detalhe de implementação.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passou a ter alternativas e trade-off explícito.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agora evolui por Pull Request revisado.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estão escritas, mas só em texto.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de fora consegue entender o sistema rápido.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desenhamos o que decidimos.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Usar diagramas para comunicar uma decisão — e só o suficiente para isso.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diagrama do caso, com o fluxo principal.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 serve um diagrama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diagrama existe para responder a uma pergunta de alguém. Se não há pergunta, não há diagrama — há decoração.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usa isto?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fala com o quê?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dado mora?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onde passa o fluxo?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útil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uma pergunta específica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numa tela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entende sem você ao lado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decorativo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tudo, explica nada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Feito para "ter documentação"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abriu depois de entregue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diagramas, três perguntas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quem interage com o sistema. Componentes: as partes de dentro. Dados: o que é guardado e como se relaciona.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usa e com o que conversamos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doador, ONG, voluntário, vigilância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quais partes existem por dentro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interface, rotas, regras, banco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guardamos e como se liga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doação, ONG, status, validade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certa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alinhar escopo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para discutir modelo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para dividir trabalho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errada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classes para explicar escopo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completa para 3 telas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diagrama só, tentando tudo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Modelar o fluxo principal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 principal do Prato Cheio é a história zero. Modelar o caminho felizes e, depois, onde ele pode falhar.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honesto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o caminho principal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onde pode falhar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Deixa a validade visível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ingênuo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o caminho que dá certo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estado intermediário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quem faz cada passo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Gerar e revisar diagramas com 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produz um diagrama plausível em segundos — plausível não é o mesmo que correto para o seu caso.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Peça:  "diagrama de contexto do Prato Cheio"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Receba: um diagrama genérico de marketplace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Verifique: onde está a vigilância sanitária?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 janela de validade aparece?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responsável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o rascunho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 contra o caso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o que alterou e por quê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ingênuo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o que veio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 explicar uma seta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um ator e ninguém nota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o diagrama do caso e versionar em docs/ (imagem ou texto).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 o diagrama com o modelo de dados real do db.js.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Evoluir o produto com uma história nova, via PR revisado.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a consulta manuscrita da unidade.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Desenhar o diagrama de contexto do caso (o sistema e seus atores externos).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os dados principais do caso (entidades e relações).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um diagrama com IA e apontar 2 coisas que ele errou ou simplificou demais.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e revisar diagramas. Você verifica se representam o SEU caso e registra o que mudou.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dos três diagramas você levaria para a prova — e o que ele responde?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2026-07-25T21:19:27Z</dcterms:created>
  <dcterms:modified xsi:type="dcterms:W3CDTF">2026-07-25T21:19:27Z</dcterms:modified>
</cp:coreProperties>
</file>