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07 — Modelagem e diagramas. ~70 min de exposição; o restante é produção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rápido. Se ninguém lembrar, é sinal de que a evidência da aula anterior foi fraca.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estado real do produto. Se algum grupo está travado, aparece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aula produz uma evidência. Dizer qual é, antes de começar.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Perguntar: qual pergunta este diagrama responde? Se não souberem, o diagrama não precisa existir.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Perguntar: qual pergunta este diagrama responde? Se não souberem, o diagrama não precisa existir.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o caso, contexto + dados costuma bastar. Componentes só quando a divisão de trabalho exigir.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o caso, contexto + dados costuma bastar. Componentes só quando a divisão de trabalho exigir.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Perguntar onde o fluxo quebra na vida real: doador desiste, ONG não busca, comida vence.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Perguntar onde o fluxo quebra na vida real: doador desiste, ONG não busca, comida vence.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aula de IA colaboradora: exigir o registro do que foi alterado no que a ferramenta gerou.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aula de IA colaboradora: exigir o registro do que foi alterado no que a ferramenta gerou.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Circular entre os grupos. Questionar decisões e introduzir restrições novas.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atividades são complementares: a 1 produz, a 2 transforma, a 3 usa e critica IA. Correção binária: entregou as três no prazo e no formato, pontuou.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for colaboradora: exigir o registro do que a IA gerou e do que eles mudaram.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1 min ao final. Nunca entregar resumo pronto — a consulta é evidência de aprendizagem.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07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Modelagem e diagramas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 — Projeto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IA: IA como colaboradora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Separamos decisão de projeto de detalhe de implementação.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decisão passou a ter alternativas e trade-off explícito.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agora evolui por Pull Request revisado.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 · 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vivo,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737360"/>
          </a:xfrm>
          <a:prstGeom prst="roundRect">
            <a:avLst>
              <a:gd name="adj" fmla="val 7368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decisões estão escritas, mas só em texto.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de fora consegue entender o sistema rápido.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desenhamos o que decidimos.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 · 3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da aula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Usar diagramas para comunicar uma decisão — e só o suficiente para isso.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97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que sai desta aula: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diagrama do caso, com o fluxo principal.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· 2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 serve um diagrama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diagrama existe para responder a uma pergunta de alguém. Se não há pergunta, não há diagrama — há decoração.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usa isto?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51176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51176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fala com o quê?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dado mora?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39128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9128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onde passa o fluxo?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útil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uma pergunta específica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 numa tela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entende sem você ao lado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decorativo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tudo, explica nada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Feito para "ter documentação"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abriu depois de entregue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diagramas, três perguntas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quem interage com o sistema. Componentes: as partes de dentro. Dados: o que é guardado e como se relaciona.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Prato Cheio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usa e com o que conversamos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doador, ONG, voluntário, vigilância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quais partes existem por dentro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interface, rotas, regras, banco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guardamos e como se liga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doação, ONG, status, validade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certa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para alinhar escopo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para discutir modelo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para dividir trabalho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errada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classes para explicar escopo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completa para 3 telas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diagrama só, tentando tudo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Modelar o fluxo principal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principal do Prato Cheio é a história zero. Modelar o caminho felizes e, depois, onde ele pode falhar.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2656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26289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89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9826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12" name="Shape 10"/>
          <p:cNvSpPr/>
          <p:nvPr/>
        </p:nvSpPr>
        <p:spPr>
          <a:xfrm>
            <a:off x="48006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6996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15" name="Shape 13"/>
          <p:cNvSpPr/>
          <p:nvPr/>
        </p:nvSpPr>
        <p:spPr>
          <a:xfrm>
            <a:off x="69723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97BC62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23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honesto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o caminho principal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onde pode falhar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 a validade visível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ingênuo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caminho que dá certo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estado intermediário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quem faz cada passo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Gerar e revisar diagramas com IA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produz um diagrama plausível em segundos — plausível não é o mesmo que correto para o seu caso.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4F2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14016"/>
            <a:ext cx="7863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Peça:  "diagrama de contexto do Prato Cheio"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Receba: um diagrama genérico de marketplace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Verifique: onde está a vigilância sanitária?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 janela de validade aparece?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responsável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o rascunho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contra o caso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o que alterou e por quê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ingênuo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o que veio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 explicar uma seta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um ator e ninguém nota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contínua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todos os grupos evoluem no produto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2377440"/>
          </a:xfrm>
          <a:prstGeom prst="roundRect">
            <a:avLst>
              <a:gd name="adj" fmla="val 538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Produzir o diagrama do caso e versionar em docs/ (imagem ou texto).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Confrontar o diagrama com o modelo de dados real do db.js.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Evoluir o produto com uma história nova, via PR revisado.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 a consulta manuscrita da unidade.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· o produto vivo avança em toda aula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 em sala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grupo (3 a 5 pessoas) — as três atividades, na ordem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9105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298448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Desenhar o diagrama de contexto do caso (o sistema e seus atores externos).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69748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404872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os dados principais do caso (entidades e relações).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511296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803904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511296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um diagrama com IA e apontar 2 coisas que ele errou ou simplificou demais.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três, entregues ao final do encontro · valem 0,25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Nível de IA nesta aula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12174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como colaboradora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gerar e revisar diagramas. Você verifica se representam o SEU caso e registra o que mudou.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qualquer nível, você continua responsável por verificar, testar, corrigir e defender o resultado.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3 · o nível é declarado em toda atividade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consulta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dos três diagramas você levaria para a prova — e o que ele responde?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Manuscrita, de próprio punho, extensão a seu critério. É a única consulta permitida na prova.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2026-07-27T02:05:59Z</dcterms:created>
  <dcterms:modified xsi:type="dcterms:W3CDTF">2026-07-27T02:05:59Z</dcterms:modified>
</cp:coreProperties>
</file>