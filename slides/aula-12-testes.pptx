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12 — Testes a partir dos critérios de aceite.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it.todo do template virando um it de verdade. É o mesmo arquivo desde a Aula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it.todo do template virando um it de verdade. É o mesmo arquivo desde a Aula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um teste nunca falhou, você não sabe se ele funciona. Pedir que quebrem o código de propósito.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um teste nunca falhou, você não sabe se ele funciona. Pedir que quebrem o código de propósito.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Vender a aula seguinte: os testes de hoje são o que torna a migração possível.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Vender a aula seguinte: os testes de hoje são o que torna a migração possível.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rápido e cruel: inverter uma regra no código e ver quantos testes continuam verdes.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rápido e cruel: inverter uma regra no código e ver quantos testes continuam verdes.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escolha entre opções: a entrega é a mesma para todos os grupos. Circular e cobrar a evidência.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12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 a partir dos critérios de aceite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— Construção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como colaboradora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passou a crescer em fatias pequenas, integradas no mesmo dia.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grupo escreveu a sua definição de pronto.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PostgreSQL local está no ar, esperando a migração.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faz mais coisas — e cada coisa nova é uma chance de quebrar as antigas.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rede de proteção, refatorar na próxima aula seria apostar.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construímos essa rede.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Transformar os critérios de aceite da Unidade 1 em testes que provam o funcionamento — e que protegem a refatoração que vem.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 de testes cobrindo os critérios de uma história, com casos limite.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critério de aceite ao teste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critério é o acordo em linguagem de negócio. O teste é a mesma frase, escrita de forma que a máquina verifique.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865376"/>
          </a:xfrm>
          <a:prstGeom prst="roundRect">
            <a:avLst>
              <a:gd name="adj" fmla="val 490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Critério: dado que a ONG aceitou a doação,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quando a lista é consultada,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então a doação não aparece.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Teste:    aceitar(id) -&gt; GET /api/doacoes -&gt; []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Tradução fiel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teste por critério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do teste diz a regra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 explica o que quebrou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Tradução frouxa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que só verifica status 200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do tipo "teste 1"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 mesmo com a regra errada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Casos limite e caminhos de erro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que dá certo é o mais fácil de testar e o menos informativo. O valor está nos limites.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deveria acontecer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Testado?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Doação sem validade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recusar com mensagem clara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geralmente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Aceitar doação já aceita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recusar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às vezes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Validade já vencida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aparecer na lista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quase nunca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útil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o que não deveria acontecer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o vazio e o inválido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a fronteira, não o meio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aparente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o caminho felizes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porcentagem, nenhum limite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que nunca falhou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 como rede de proteção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próxima aula vocês trocam o banco inteiro. O que permite fazer isso com segurança é o conjunto de testes de hoje.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SQLite por PostgreSQL sem testes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com os mesmos testes verdes antes e depois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rede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Refatora e roda os testes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quebrou, sabe onde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Comportamento comprovado igual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clicando na tela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Descobre o defeito na entrega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Medo de mexer no que funciona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gerando testes: cobertura real × aparente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gera muitos testes que passam. Passar não é o objetivo — o objetivo é falhar quando o código está errado.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865376"/>
          </a:xfrm>
          <a:prstGeom prst="roundRect">
            <a:avLst>
              <a:gd name="adj" fmla="val 490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gerado por IA — parece bom, não verifica nada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it('cria doação', async () =&gt; {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 = await post('/api/doacoes', dados);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expect(r).toBeDefined();   // sempre passa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que vale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o valor esperado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 se a regra mudar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Cobre o critério, não a rota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decorativo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toBeDefined() em tudo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confere status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 com a lógica invertida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construção o caminho é um só — não há menu de opções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103120"/>
          </a:xfrm>
          <a:prstGeom prst="roundRect">
            <a:avLst>
              <a:gd name="adj" fmla="val 6087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6304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os testes dos critérios de aceite de uma história: trocar os it.todo por testes de verdade.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Acrescentar 2 casos limite ou de erro que o critério original não previa.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Inverter uma regra no código e ver quantos testes continuam verdes — desfazer ao final.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Garantir o CI verde antes de encerrar.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8229600" cy="777240"/>
          </a:xfrm>
          <a:prstGeom prst="roundRect">
            <a:avLst>
              <a:gd name="adj" fmla="val 14118"/>
            </a:avLst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56616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do encontro: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testes no repositório e o resultado da inversão de regra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 os 0,25 da atividade do encontro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colaboradora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gerar testes. Verifique se eles realmente falham quando o código está errado.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você reconhece um teste que passa sem verificar nada?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2026-07-28T00:37:57Z</dcterms:created>
  <dcterms:modified xsi:type="dcterms:W3CDTF">2026-07-28T00:37:57Z</dcterms:modified>
</cp:coreProperties>
</file>