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Aula 12 — Testes a partir dos critérios de aceite. ~70 min de exposição; o restante é produção em sala.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Retomar rápido. Se ninguém lembrar, é sinal de que a evidência da aula anterior foi fraca.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estado real do produto. Se algum grupo está travado, aparece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aula produz uma evidência. Dizer qual é, antes de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it.todo do template virando um it de verdade. É o mesmo arquivo desde a Aula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it.todo do template virando um it de verdade. É o mesmo arquivo desde a Aula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um teste nunca falhou, você não sabe se ele funciona. Pedir que quebrem o código de propósito.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um teste nunca falhou, você não sabe se ele funciona. Pedir que quebrem o código de propósito.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Vender a aula seguinte: os testes de hoje são o que torna a migração possível.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Vender a aula seguinte: os testes de hoje são o que torna a migração possível.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Exercício rápido e cruel: inverter uma regra no código e ver quantos testes continuam verdes.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Exercício rápido e cruel: inverter uma regra no código e ver quantos testes continuam verdes.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Circular entre os grupos. Questionar decisões e introduzir restrições novas.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Correção binária: entregou no prazo e no formato, pontuou.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for colaboradora: exigir o registro do que a IA gerou e do que eles mudaram.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 1 min ao final. Nunca entregar resumo pronto — a consulta é evidência de aprendizagem.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12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Testes a partir dos critérios de aceite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3 — Construção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IA: IA como colaboradora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viemos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passou a crescer em fatias pequenas, integradas no mesmo dia.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grupo escreveu a sua definição de pronto.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PostgreSQL local está no ar, esperando a migração.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Retomada · 5 min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estamos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vivo,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1737360"/>
          </a:xfrm>
          <a:prstGeom prst="roundRect">
            <a:avLst>
              <a:gd name="adj" fmla="val 7368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faz mais coisas — e cada coisa nova é uma chance de quebrar as antigas.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rede de proteção, refatorar na próxima aula seria apostar.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construímos essa rede.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 · 3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da aula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Transformar os critérios de aceite da Unidade 1 em testes que provam o funcionamento — e que protegem a refatoração que vem.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2697480"/>
            <a:ext cx="8229600" cy="868680"/>
          </a:xfrm>
          <a:prstGeom prst="roundRect">
            <a:avLst>
              <a:gd name="adj" fmla="val 12632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6974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que sai desta aula: </a:t>
            </a:r>
            <a:pPr indent="0" marL="0">
              <a:buNone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Conjunto de testes cobrindo os critérios de uma história, com casos limite.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· 2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critério de aceite ao teste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critério é o acordo em linguagem de negócio. O teste é a mesma frase, escrita de forma que a máquina verifique.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865376"/>
          </a:xfrm>
          <a:prstGeom prst="roundRect">
            <a:avLst>
              <a:gd name="adj" fmla="val 4902"/>
            </a:avLst>
          </a:prstGeom>
          <a:solidFill>
            <a:srgbClr val="F4F4F2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14016"/>
            <a:ext cx="78638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Critério: dado que a ONG aceitou a doação,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quando a lista é consultada,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então a doação não aparece.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Teste:    aceitar(id) -&gt; GET /api/doacoes -&gt; []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Tradução fiel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teste por critério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 do teste diz a regra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 explica o que quebrou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Tradução frouxa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que só verifica status 200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 do tipo "teste 1"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 mesmo com a regra errada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Casos limite e caminhos de erro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caminho que dá certo é o mais fácil de testar e o menos informativo. O valor está nos limites.</a:t>
            </a:r>
            <a:endParaRPr lang="en-US" sz="1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Situação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deveria acontecer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Testado?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Doação sem validade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recusar com mensagem clara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geralmente 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Aceitar doação já aceita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recusar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às vezes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Validade já vencida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aparecer na lista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quase nunca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útil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 o que não deveria acontecer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 o vazio e o inválido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 a fronteira, não o meio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aparente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o caminho felizes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porcentagem, nenhum limite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que nunca falhou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 como rede de proteção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próxima aula vocês trocam o banco inteiro. O que permite fazer isso com segurança é o conjunto de testes de hoje.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286000"/>
            <a:ext cx="3438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Trocar SQLite por PostgreSQL sem testes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79392" y="2542032"/>
            <a:ext cx="502920" cy="411480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4983480" y="2286000"/>
            <a:ext cx="3703320" cy="914400"/>
          </a:xfrm>
          <a:prstGeom prst="roundRect">
            <a:avLst>
              <a:gd name="adj" fmla="val 12000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93208" y="2286000"/>
            <a:ext cx="3483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Trocar com os mesmos testes verdes antes e depois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rede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Refatora e roda os testes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quebrou, sabe onde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Comportamento comprovado igual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rede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 clicando na tela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Descobre o defeito na entrega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Medo de mexer no que funciona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gerando testes: cobertura real × aparente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gera muitos testes que passam. Passar não é o objetivo — o objetivo é falhar quando o código está errado.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865376"/>
          </a:xfrm>
          <a:prstGeom prst="roundRect">
            <a:avLst>
              <a:gd name="adj" fmla="val 4902"/>
            </a:avLst>
          </a:prstGeom>
          <a:solidFill>
            <a:srgbClr val="F4F4F2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14016"/>
            <a:ext cx="78638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gerado por IA — parece bom, não verifica nada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it('cria doação', async () =&gt; {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r = await post('/api/doacoes', dados);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expect(r).toBeDefined();   // sempre passa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que vale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 o valor esperado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 se a regra mudar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Cobre o critério, não a rota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decorativo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toBeDefined() em tudo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confere status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 com a lógica invertida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Produção contínua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todos os grupos evoluem no produto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2377440"/>
          </a:xfrm>
          <a:prstGeom prst="roundRect">
            <a:avLst>
              <a:gd name="adj" fmla="val 538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os testes dos critérios de aceite das histórias implementadas.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Acrescentar casos limite e caminhos de erro que ninguém havia previsto.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Garantir o CI verde antes de encerrar a aula.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Continuar a consulta manuscrita da unidade.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· o produto vivo avança em toda aula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Trabalho em sala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grupo (3 a 5 pessoas) — escolham 1 das 3 opções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59105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298448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testes que cobrem os critérios de aceite de uma história.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04872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6974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2404872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Acrescentar 2 casos limite ou de erro que o critério original não previa.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511296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03904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34440" y="3511296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 testes com IA e verificar se algum "passa" sem de fato validar nada.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ao final do encontro · vale 0,25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Nível de IA nesta aula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1051560"/>
          </a:xfrm>
          <a:prstGeom prst="roundRect">
            <a:avLst>
              <a:gd name="adj" fmla="val 12174"/>
            </a:avLst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como colaboradora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gerar testes. Verifique se eles realmente falham quando o código está errado.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qualquer nível, você continua responsável por verificar, testar, corrigir e defender o resultado.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 3 · o nível é declarado em toda atividade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consulta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457200" y="16002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você reconhece um teste que passa sem verificar nada?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Manuscrita, de próprio punho, extensão a seu critério. É a única consulta permitida na prova.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2026-07-25T21:21:36Z</dcterms:created>
  <dcterms:modified xsi:type="dcterms:W3CDTF">2026-07-25T21:21:36Z</dcterms:modified>
</cp:coreProperties>
</file>