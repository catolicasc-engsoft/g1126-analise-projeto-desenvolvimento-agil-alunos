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14 — Integração, validação e evidência de funcionamento.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algum grupo deixou a integração para hoje, é a lição da unidade acontecendo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algum grupo deixou a integração para hoje, é a lição da unidade acontecendo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outro integrante rode a demo pelo roteiro. Se não conseguir, o roteiro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outro integrante rode a demo pelo roteiro. Se não conseguir, o roteiro está incompleto.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Cronometrar de verdade. Três minutos é o limite — é o formato da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Cronometrar de verdade. Três minutos é o limite — é o formato da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"não atende" bem justificado vale mais que um "sim" sem evidência. Dizer isso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"não atende" bem justificado vale mais que um "sim" sem evidência. Dizer isso à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autoavaliação orienta minhas perguntas na defesa individual. Não entra no cálculo da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binária: entregou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14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Integração, validação e evidência de funcionamento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como colaboradora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Migramos o banco para PostgreSQL sem mudar o comportamento.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testes que já existiam provaram que nada quebrou.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Refatoramos onde o código doía, com motivo registrado.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Última aula antes da entrega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está mais limpo e roda sobre PostgreSQL.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provar que ele atende ao que foi acordado na Unidade 1.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fechamos: integração, demo, validação e retrospectiva.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Provar que o produto funciona e que atende aos critérios de aceite definidos na análise.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curta do incremento + confronto com os critérios de aceite da Unidade 1.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Integrar sem quebrar o que já funcionava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é onde os incrementos de cada um se encontram. Quanto mais tarde, mais caro — e vocês já integram desde a Unidade 1.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265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6289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289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982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6996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72300" y="2286000"/>
            <a:ext cx="171450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72300" y="2286000"/>
            <a:ext cx="17145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sempre boa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contínua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main sempre roda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 pequeno e cedo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é a rede, não a burocracia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tardia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 tudo na véspera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Conflitos de dias de trabalho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"Funcionava separado"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de execução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"Funciona" não é afirmação, é demonstração. Evidência é o que outra pessoa consegue verificar sem confiar em você.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passando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reproduzível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 escrito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vale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um reproduz pelo roteiro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dado mudando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um caso de erro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fraca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de tela sem contexto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"Rodou na minha máquina"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que só o autor consegue fazer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Demonstração curta e objetiva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minutos: o problema, a história funcionando, e o que ainda não está pronto. Sem tour pelo código.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o problema em uma frase        (20s)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 história rodando de verdade  (90s)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um caso de erro tratado        (40s)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o que falta e por quê          (30s)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boa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 pelo problema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 o produto, não o editor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Admite o que falta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ruim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Passeio pelas pastas do projeto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em vez de produto rodando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 o que não funciona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contra a análise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fecho do ciclo: pegar os critérios de aceite que vocês escreveram na Unidade 1 e marcar, um por um, o que atende e o que não atende.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da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 publicada aparece na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+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Doação aceita sai da lista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automatizado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Vencida não aparece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 falta, ver limitação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honesta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o que não atende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a evidência de cada item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a limitação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fachada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"sim"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evidência apontada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reescrito para caber no que ficou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Retrospectiva da iteração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551176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51176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funcionou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45152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mudaríamos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39128" y="1143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1143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1463040"/>
          </a:xfrm>
          <a:prstGeom prst="roundRect">
            <a:avLst>
              <a:gd name="adj" fmla="val 8750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28600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página, registrada em docs/retrospectivas/.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Decisões, não tarefas: o que escolhemos e por quê.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 por pares: distribuam 100 pontos entre os integrantes.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· aulas 4, 9 e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o produto e garantir o CI verde.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a demo de 3 minutos e o roteiro reproduzível.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 o produto com os critérios de aceite da Unidade 1 em docs/validacao.md.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Retrospectiva 3 + autoavaliação por pares; fechar a consulta da unidade 3.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escolham 1 das 3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dois incrementos, rodar os testes e registrar o resultado.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uma demo de 3 minutos que prova que uma história funciona.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 o produto com os critérios de aceite da Unidade 1 e marcar o que atende e o que não atende.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ao final do encontro · vale 0,25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colaboradora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ajudar a montar o roteiro da demo. A evidência de que funciona é responsabilidade sua.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Feche sua consulta da Unidade 3: o que você precisa ter à mão na prova?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2026-07-25T21:21:36Z</dcterms:created>
  <dcterms:modified xsi:type="dcterms:W3CDTF">2026-07-25T21:21:36Z</dcterms:modified>
</cp:coreProperties>
</file>