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14 — Integração, validação e evidência de funcionamento.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algum grupo deixou a integração para hoje, é a lição da unidade acontecendo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algum grupo deixou a integração para hoje, é a lição da unidade acontecendo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outro integrante rode a demo pelo roteiro. Se não conseguir, o roteiro está incompleto.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outro integrante rode a demo pelo roteiro. Se não conseguir, o roteiro está incompleto.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Cronometrar de verdade. Três minutos é o limite — é o formato da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Cronometrar de verdade. Três minutos é o limite — é o formato da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"não atende" bem justificado vale mais que um "sim" sem evidência. Dizer isso à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"não atende" bem justificado vale mais que um "sim" sem evidência. Dizer isso à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autoavaliação orienta minhas perguntas na defesa individual. Não entra no cálculo da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escolha entre opções: a entrega é a mesma para todos os grupos. Circular e cobrar a evidência.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Integração, validação e evidência de funcionamento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— Construção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Migramos o banco para PostgreSQL sem mudar o comportamento.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testes que já existiam provaram que nada quebrou.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Refatoramos onde o código doía, com motivo registrado.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aula antes da entrega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está mais limpo e roda sobre PostgreSQL.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provar que ele atende ao que foi acordado na Unidade 1.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fechamos: integração, demo, validação e retrospectiva.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Provar que o produto funciona e que atende aos critérios de aceite definidos na análise.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curta do incremento + confronto com os critérios de aceite da Unidade 1.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Integrar sem quebrar o que já funcionava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é onde os incrementos de cada um se encontram. Quanto mais tarde, mais caro — e vocês já integram desde a Unidade 1.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verde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sempre boa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contínua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main sempre roda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Conflito pequeno e cedo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é a rede, não a burocracia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tardia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 tudo na véspera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Conflitos de dias de trabalho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"Funcionava separado"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 de execução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"Funciona" não é afirmação, é demonstração. Evidência é o que outra pessoa consegue verificar sem confiar em você.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verde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passando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reproduzível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escrito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vale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um reproduz pelo roteiro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o dado mudando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 um caso de erro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fraca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de tela sem contexto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"Rodou na minha máquina"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que só o autor consegue fazer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curta e objetiva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minutos: o problema, a história funcionando, e o que ainda não está pronto. Sem tour pelo código.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o problema em uma frase        (20s)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a história rodando de verdade  (90s)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um caso de erro tratado        (40s)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o que falta e por quê          (30s)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boa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 pelo problema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o produto, não o editor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Admite o que falta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ruim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Passeio pelas pastas do projeto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em vez de produto rodando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Esconde o que não funciona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Validar contra a análise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fecho do ciclo: pegar os critérios de aceite que vocês escreveram na Unidade 1 e marcar, um por um, o que atende e o que não atende.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da Unidade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Doação publicada aparece na lista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+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Doação aceita sai da lista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automatizado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Vencida não aparece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falta, ver limitação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honesta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o que não atende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a evidência de cada item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a limitação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de fachada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"sim"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evidência apontada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reescrito para caber no que ficou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Retrospectiva da iteração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51176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51176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funcionou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45152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mudaríamos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39128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39128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1463040"/>
          </a:xfrm>
          <a:prstGeom prst="roundRect">
            <a:avLst>
              <a:gd name="adj" fmla="val 8750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2860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página, registrada em docs/retrospectivas/.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Decisões, não tarefas: o que escolhemos e por quê.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Autoavaliação por pares: distribuam 100 pontos entre os integrantes.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· aulas 4, 9 e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construção o caminho é um só — não há menu de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103120"/>
          </a:xfrm>
          <a:prstGeom prst="roundRect">
            <a:avLst>
              <a:gd name="adj" fmla="val 6087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o produto, integrar os incrementos pendentes e garantir CI verde.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a demo de 3 min e o roteiro — testar com outro integrante executando.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Confrontar o produto com os critérios de aceite da Unidade 1 em docs/validacao.md, com evidência.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3 e autoavaliação de contribuição por pares.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5661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do encontro: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docs/validacao.md e o roteiro da demo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 os 0,25 da atividade do encontro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montar o roteiro da demo. A evidência de que funciona é responsabilidade sua.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Feche sua consulta da Unidade 3: o que você precisa ter à mão na prova?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2026-07-28T00:37:57Z</dcterms:created>
  <dcterms:modified xsi:type="dcterms:W3CDTF">2026-07-28T00:37:57Z</dcterms:modified>
</cp:coreProperties>
</file>