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stakeholders e objetivos de impacto.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Explicitamos regras de negócio que estavam implícitas.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Nomeamos ao menos um conflito de prioridade.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para quem construímos e o que importa.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as regras de negócio são stubs.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escolhemos qual fatia vai executar primeiro.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necessidades em requisitos e histórias que cabem numa iteração — e escolher a fatia que atravessa o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de usuário avaliadas por INVEST + a história zero escolhida.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 e não-funcional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é o que o sistema faz. Não-funcional é como ele precisa se comportar — e é o que costuma derrubar arquiteturas.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 aceita uma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doação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 no celular com conexão instável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 e responde em rede lenta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do alimento doado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registro tem tipo, qtd. e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comportamento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ou uma condição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fácil de usar"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história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&lt;alguém&gt; quero &lt;algo&gt; para &lt;obter um resultado&gt;. O "para" é a parte que ninguém escreve — e é a única que justifica construir.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doador de um restaurante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publicar uma doação com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que uma ONG a recolha antes de estragar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usuário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iteração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história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doações" (é tarefa)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"Fazer o módulo de gestão" (é épico)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"para": ninguém sabe por que existe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o que faz uma história boa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Independente, Negociável, Valiosa, Estimável, Pequena, Testável. Falhar um critério não invalida — indica onde vai doer.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53184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3184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168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9168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Valiosa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41136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1136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3712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3712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cada história pelos 6 critérios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qual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a que falhar em "Pequena"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Sintomas de história grande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mais de uma iteração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consegue estimar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"e" no meio do título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atravessa todas as camadas com o mínimo de cada uma. É pequena na largura e completa na profundidade.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fatia (a nossa)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publica uma doação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vê as disponíveis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aceita e ela sai da lista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 (armadilha)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"Primeiro fazemos todo o banco"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toda a API"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tela fica para o final"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executa até o fim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as histórias de usuário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cada história por INVEST e marcar o que falha.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história zero — a fatia que vai executar na próxima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npm run db:migrar: o banco da Unidade 1 é SQLite, embutido no Node.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IA, registrar o que ela gerou e o que vocês mudaram.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qual critério cada uma falha.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"gigante" e quebrá-la em 3 menores, cada uma com valor independente.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corrigir/melhorar pelo menos 3, registrando o que mudou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rascunhos de histórias. Você verifica, corrige e registra o que mudou —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na prática, que uma história está grande demais?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2026-07-27T02:05:59Z</dcterms:created>
  <dcterms:modified xsi:type="dcterms:W3CDTF">2026-07-27T02:05:59Z</dcterms:modified>
</cp:coreProperties>
</file>