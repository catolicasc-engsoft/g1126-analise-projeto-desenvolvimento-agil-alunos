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08 — Decisões arquiteturais (ADR) e alternativas.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modelo está em docs/adr/0000-modelo-adr.md no repositório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modelo está em docs/adr/0000-modelo-adr.md no repositório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Conectar com a saída de integrante do grupo: o ADR é o que sobrevive à pessoa.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Conectar com a saída de integrante do grupo: o ADR é o que sobrevive à pessoa.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ADR é entregável do Trabalho 2 e será executado na Aula 13. Deixar isso explícito.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ADR é entregável do Trabalho 2 e será executado na Aula 13. Deixar isso explícito.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a mudança de contexto do dia. Circular entre os grupos e cobrar a revisão do ADR.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a mudança de contexto do dia. Circular entre os grupos e cobrar a revisão do ADR.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binária: entregou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08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arquiteturais (ADR) e alternativas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— Projeto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para consulta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diagrama passou a responder uma pergunta específica.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Modelamos o fluxo principal e onde ele pode falhar.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Criticamos o que a IA gerou em vez de aceitar.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decisões estão registradas, mas sem alternativas nem consequências.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Daqui a algumas semanas ninguém vai lembrar por que escolhemos assim.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isso vira ADR.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Registrar uma decisão de forma que o seu grupo — e quem chegar depois — entenda por que ela foi tomada.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ADR completo do caso.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Anatomia de um ADR enxuto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partes: contexto, alternativas consideradas, decisão, consequências. Cabe em uma página.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865376"/>
          </a:xfrm>
          <a:prstGeom prst="roundRect">
            <a:avLst>
              <a:gd name="adj" fmla="val 490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ADR 0001 — Título da decisão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Contexto      qual problema exige decidir?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Alternativas  A / B, com prós e contras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Decisão       o que escolhemos e por quê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Consequências o que ganhamos, o que abrimos mão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que serve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decisão por arquivo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 reais, não de palha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que se perdeu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inútil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"Decidimos usar X" e ponto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 inventadas para perder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consequências boas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Registrar a decisão, não só o resultado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código mostra o QUE foi feito. Só o ADR guarda o POR QUÊ — e é o porquê que se perde primeiro.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"Por que isso está assim?" — ninguém sabe, faz meses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0002: decidimos assim porque a vigilância exigia rastreabilidade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ADR evita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Refazer discussão já resolvida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Desfazer decisão sem saber o motivo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Perder o contexto quando alguém sai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ADR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motivo vira lenda oral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chega depois muda e quebra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discussão em toda reunião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ADR desta disciplina: SQLite → PostgreSQL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Vocês começaram em SQLite porque era zero fricção. Na Unidade 3 o produto migra para PostgreSQL — e essa decisão precisa estar registrada antes.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nenhuma, embutido no Node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exige Docker ou serviço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Concorrência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limitada, um escritor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vários acessos simultâneos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basta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piloto, um bairro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escala, várias lojas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ADR deve dizer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motiva migrar agora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ganha e o que custa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validar que nada quebrou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vale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"Postgres é melhor"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Migrar sem critério de validação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Ignorar que os testes protegem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Revisitar decisões quando o contexto muda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não é lápide. Quando a realidade muda, a decisão é revisada — e o registro mostra o que mudou e por quê.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2645664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2645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49168" y="2286000"/>
            <a:ext cx="2645664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49168" y="2286000"/>
            <a:ext cx="2645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41136" y="2286000"/>
            <a:ext cx="2645664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41136" y="2286000"/>
            <a:ext cx="2645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substituído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saudável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ADR referencia o antigo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que mudou no contexto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antigo fica como histórico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ruim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Apagar o ADR antigo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Mudar o código e não o registro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Fingir que sempre foi assim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o ADR da migração de SQLite para PostgreSQL — entregável do Trabalho 2.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os ADRs existentes diante da mudança de contexto apresentada em aula.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Evoluir o produto por PR revisado, com CI verde.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Continuar a consulta manuscrita da unidade.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escolham 1 das 3 opções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1 ADR completo para uma decisão do caso.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um ADR mal escrito (só "decidimos X") com alternativas e consequências.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Dada uma mudança de contexto, revisar um ADR existente e registrar o que muda e por quê.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ao final do encontro · vale 0,25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para consulta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ajudar a estruturar o ADR e listar consequências. A decisão é do grupo, e vocês a defendem.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você reconhece um ADR que não serve para nada?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2026-07-25T21:19:27Z</dcterms:created>
  <dcterms:modified xsi:type="dcterms:W3CDTF">2026-07-25T21:19:27Z</dcterms:modified>
</cp:coreProperties>
</file>