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08 — Decisões arquiteturais (ADR) e alternativas. ~70 min de exposição; o restante é produção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rápido. Se ninguém lembrar, é sinal de que a evidência da aula anterior foi fraca.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estado real do produto. Se algum grupo está travado, aparece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aula produz uma evidência. Dizer qual é, antes de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está em docs/adr/0000-modelo-adr.md no repositório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está em docs/adr/0000-modelo-adr.md no repositório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com a saída de integrante do grupo: o ADR é o que sobrevive à pessoa.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com a saída de integrante do grupo: o ADR é o que sobrevive à pessoa.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ADR é entregável do Trabalho 2 e será executado na Aula 13. Deixar isso explícito.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ADR é entregável do Trabalho 2 e será executado na Aula 13. Deixar isso explícito.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entra a mudança de contexto do dia. Circular entre os grupos e cobrar a revisão do ADR.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entra a mudança de contexto do dia. Circular entre os grupos e cobrar a revisão do ADR.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entre os grupos. Questionar decisões e introduzir restrições novas.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atividades são complementares: a 1 produz, a 2 transforma, a 3 usa e critica IA. Correção binária: entregou as três no prazo e no formato, pontuou.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for colaboradora: exigir o registro do que a IA gerou e do que eles mudaram.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1 min ao final. Nunca entregar resumo pronto — a consulta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arquiteturais (ADR) e alternativas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— Projeto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IA: IA para consulta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diagrama passou a responder uma pergunta específica.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Modelamos o fluxo principal e onde ele pode falhar.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Criticamos o que a IA gerou em vez de aceitar.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· 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vivo,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737360"/>
          </a:xfrm>
          <a:prstGeom prst="roundRect">
            <a:avLst>
              <a:gd name="adj" fmla="val 7368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decisões estão registradas, mas sem alternativas nem consequências.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Daqui a algumas semanas ninguém vai lembrar por que escolhemos assim.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isso vira ADR.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 · 3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uma decisão de forma que o seu grupo — e quem chegar depois — entenda por que ela foi tomada.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que sai desta aula: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ADR completo do caso.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2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de um ADR enxuto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partes: contexto, alternativas consideradas, decisão, consequências. Cabe em uma página.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865376"/>
          </a:xfrm>
          <a:prstGeom prst="roundRect">
            <a:avLst>
              <a:gd name="adj" fmla="val 4902"/>
            </a:avLst>
          </a:prstGeom>
          <a:solidFill>
            <a:srgbClr val="F4F4F2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14016"/>
            <a:ext cx="7863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ADR 0001 — Título da decisão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Contexto      qual problema exige decidir?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Alternativas  A / B, com prós e contras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Decisão       o que escolhemos e por quê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Consequências o que ganhamos, o que abrimos mão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que serve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decisão por arquivo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reais, não de palha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o que se perdeu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inútil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"Decidimos usar X" e ponto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inventadas para perder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consequências boas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a decisão, não só o resultado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mostra o QUE foi feito. Só o ADR guarda o POR QUÊ — e é o porquê que se perde primeiro.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86000"/>
            <a:ext cx="3438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"Por que isso está assim?" — ninguém sabe, faz meses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2542032"/>
            <a:ext cx="502920" cy="411480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4983480" y="228600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2286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0002: decidimos assim porque a vigilância exigia rastreabilidade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ADR evita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Refazer discussão já resolvida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Desfazer decisão sem saber o motivo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Perder o contexto quando alguém sai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ADR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motivo vira lenda oral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chega depois muda e quebra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discussão em toda reunião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ADR desta disciplina: SQLite → PostgreSQL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começaram em SQLite porque era zero fricção. Na Unidade 3 o produto migra para PostgreSQL — e essa decisão precisa estar registrada antes.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nenhuma, embutido no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Docker ou serviço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limitada, um escritor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vários acessos simultâneos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basta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piloto, um bairro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escala, várias lojas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ADR deve dizer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motiva migrar agora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ganha e o que custa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validar que nada quebrou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vale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"Postgres é melhor"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sem critério de validação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que os testes protegem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Revisitar decisões quando o contexto muda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não é lápide. Quando a realidade muda, a decisão é revisada — e o registro mostra o que mudou e por quê.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45664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2645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9168" y="2286000"/>
            <a:ext cx="2645664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9168" y="2286000"/>
            <a:ext cx="2645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41136" y="2286000"/>
            <a:ext cx="2645664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41136" y="2286000"/>
            <a:ext cx="2645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substituído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saudável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ADR referencia o antigo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o que mudou no contexto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antigo fica como histórico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ruim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Apagar o ADR antigo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o código e não o registro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Fingir que sempre foi assim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contínua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todos os grupos evoluem no produto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377440"/>
          </a:xfrm>
          <a:prstGeom prst="roundRect">
            <a:avLst>
              <a:gd name="adj" fmla="val 538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o ADR da migração de SQLite para PostgreSQL — entregável do Trabalho 2.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os ADRs existentes diante da mudança de contexto apresentada em aula.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Evoluir o produto por PR revisado, com CI verde.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a consulta manuscrita da unidade.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· o produto vivo avança em toda aula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em sala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 (3 a 5 pessoas) — as três atividades, na ordem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9105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298448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1 ADR completo para uma decisão do caso.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6974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404872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um ADR mal escrito (só "decidimos X") com alternativas e consequências.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80390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511296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uma mudança de contexto, revisar um ADR existente e registrar o que muda e por quê.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três, entregues ao final do encontro · valem 0,25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Nível de IA nesta aula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2174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para consulta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ajudar a estruturar o ADR e listar consequências. A decisão é do grupo, e vocês a defendem.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nível, você continua responsável por verificar, testar, corrigir e defender o resultado.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3 · o nível é declarado em toda atividade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consulta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você reconhece um ADR que não serve para nada?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Manuscrita, de próprio punho, extensão a seu critério. É a única consulta permitida na prova.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2026-07-27T02:05:59Z</dcterms:created>
  <dcterms:modified xsi:type="dcterms:W3CDTF">2026-07-27T02:05:59Z</dcterms:modified>
</cp:coreProperties>
</file>