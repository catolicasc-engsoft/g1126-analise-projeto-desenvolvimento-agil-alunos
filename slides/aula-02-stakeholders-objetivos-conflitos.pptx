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02 — Stakeholders, objetivos e conflitos.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Critério de corte, e é o que separa mapa de inventário: para cada candidato, o que ganha se der certo, o que perde se der errado, o que pode impedir. Quem não responde nenhuma das três sai. Requisito se negocia; restrição se cumpre — confundir os dois faz o grupo "priorizar" o que não era priorizável.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Critério de corte, e é o que separa mapa de inventário: para cada candidato, o que ganha se der certo, o que perde se der errado, o que pode impedir. Quem não responde nenhuma das três sai. Requisito se negocia; restrição se cumpre — confundir os dois faz o grupo "priorizar" o que não era priorizável.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Entram: vigilância, voluntário, família atendida. Ficam fora: motorista e fornecedor de embalagens (não ganham, não perdem, não impedem). "Administrador do sistema" é o erro que se quer provocar — papel de tela, não stakeholder. Prefeitura depende: fora se não regula nem financia. O professor mostra que o recorte depende do sistema em questão — é stakeholder da disciplina, não do produto. PONTO DE VIRADA: quase nenhuma turma lembra da família atendida, o beneficiário final, que não está no caso. Perguntar por que o caso a esqueceu — porque ela não tem poder nenhum. É a deixa para a saliência.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quadrante perigoso é alto interesse com baixa influência: são as pessoas que vão usar na rua, com conexão ruim, e que não estão na reunião. É de lá que vem o não-funcional que ninguém pediu e que derruba piloto em produção — perguntar à turma quem está nesse quadrante e o que essa pessoa vai sofrer sem ter pedido. A tabela do template tem quatro colunas; o grupo acrescenta a quinta, consequência para a iteração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quadrante perigoso é alto interesse com baixa influência: são as pessoas que vão usar na rua, com conexão ruim, e que não estão na reunião. É de lá que vem o não-funcional que ninguém pediu e que derruba piloto em produção — perguntar à turma quem está nesse quadrante e o que essa pessoa vai sofrer sem ter pedido. A tabela do template tem quatro colunas; o grupo acrescenta a quinta, consequência para a iteração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GQM: objetivo → pergunta → métrica. E o GQM expõe o que a intuição esconde — são DOIS intervalos, publicação→aceite e aceite→coleta. Se o gargalo estiver no segundo, todo esforço no primeiro é desperdício, e a Marta não sabe qual é. Fechar com Goodhart: quando a medida vira meta, deixa de ser boa medida — escolher "número de doações publicadas" faz o caminho fácil ser aceitar doação ruim, que é literalmente o conflito da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GQM: objetivo → pergunta → métrica. E o GQM expõe o que a intuição esconde — são DOIS intervalos, publicação→aceite e aceite→coleta. Se o gargalo estiver no segundo, todo esforço no primeiro é desperdício, e a Marta não sabe qual é. Fechar com Goodhart: quando a medida vira meta, deixa de ser boa medida — escolher "número de doações publicadas" faz o caminho fácil ser aceitar doação ruim, que é literalmente o conflito da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declarar vencedor pelo mérito retórico; comparar custos. Assumir arrisca otimizar o gargalo errado por um semestre inteiro. Medir antes bate na restrição de prazo do caso (piloto em poucas semanas). Construir medindo cabe no prazo e produz o número: o walking skeleton grava o instante da publicação e o do aceite desde o primeiro dia, e a linha de base nasce com o produto. A FRASE QUE AMARRA A DISCIPLINA: o walking skeleton não serve só para entregar valor, serve para produzir a medição que a análise não tinha. É esse número que a Unidade 3 confronta em docs/validacao.md. Atribuir a posição é deliberado — obriga a defender o que não se acredita, que é o exercício de decisão sob incerteza.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que organiza as seis: as TRÊS PRIMEIRAS existem antes de o grupo chegar — encontrar é levantamento. As TRÊS ÚLTIMAS só existem porque o grupo agiu: inferiu, diagnosticou a falta, ou criou. A distinção que vale a nota: implícita (a praticada) EXISTE e não foi escrita; ausente NÃO existe e alguém vai ter de decidir. O teste da derivada é a premissa — derivada sem premissa declarada é INVENTADA com outro nome, e é por essa fresta que a turma passa invenção por levantamento. Ausente e inventada são o mesmo buraco em dois momentos: a ausente é o diagnóstico, a inventada é a resposta, e a resposta precisa de dono (quem ratifica é a Marta, não o grupo). Com inventada no quadro, inventar deixa de ser pecado: o pecado é não marcar. Polanyi: sabemos mais do que conseguimos dizer; por isso não se pergunta "qual é a regra?", apresenta-se um caso limite e pergunta-se "o que vocês fazem quando isso acontece?". Resolver a ambiguidade num if transfere ao desenvolvedor uma decisão de negócio que ninguém autorizou, e ela fica invisível para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que organiza as seis: as TRÊS PRIMEIRAS existem antes de o grupo chegar — encontrar é levantamento. As TRÊS ÚLTIMAS só existem porque o grupo agiu: inferiu, diagnosticou a falta, ou criou. A distinção que vale a nota: implícita (a praticada) EXISTE e não foi escrita; ausente NÃO existe e alguém vai ter de decidir. O teste da derivada é a premissa — derivada sem premissa declarada é INVENTADA com outro nome, e é por essa fresta que a turma passa invenção por levantamento. Ausente e inventada são o mesmo buraco em dois momentos: a ausente é o diagnóstico, a inventada é a resposta, e a resposta precisa de dono (quem ratifica é a Marta, não o grupo). Com inventada no quadro, inventar deixa de ser pecado: o pecado é não marcar. Polanyi: sabemos mais do que conseguimos dizer; por isso não se pergunta "qual é a regra?", apresenta-se um caso limite e pergunta-se "o que vocês fazem quando isso acontece?". Resolver a ambiguidade num if transfere ao desenvolvedor uma decisão de negócio que ninguém autorizou, e ela fica invisível para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(1) Favorece quem tem celular na mão — não quem tem mais necessidade nem quem coleta mais rápido. (2) Qualquer das duas serve, desde que seja decisão registrada; manter o first-come por omissão é a única resposta errada. (3) NÃO. O caso afirma um FATO (proximidade reduz o tempo de coleta), não uma REGRA (proximidade dá prioridade). Transformar fato em regra é decisão de negócio. É a atividade mais importante do bloco: é onde a turma escorrega sem perceber — lê um fato do enunciado, implementa como regra, e depois não consegue defender na entrega porque não sabe que decidiu.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dita · 2 praticada · 3 imposta (regulador) · 4 AUSENTE · 5 DERIVADA de "perecível tem janela curta" — não está dita, é inferência, e precisa ser decidida e enunciada · 6 AUSENTE E INVENTADA: ninguém no caso disse isso. O ponto: as duas ausentes (4 e 6) são decisões esperando dono, e a 5 mostra que derivar também é decidir — a inferência parecia óbvia e não estava escrita em lugar nenhum.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campos vão para o docs/analise.md, na seção Decisão de análise: as duas partes, o que cada uma quer na voz dela, o eixo, o que cada lado perde, o critério. Sem o eixo não é conflito, é lista de desejos; sem o critério é reclamação. Anular o eixo: por que REGISTRAR implica DIGITAR? Não implica — seleção rápida, valores pré-definidos, herança do cadastro anterior, foto do rótulo. O acoplamento estava na FORMA do requisito. Custo de adiar: o conflito não decidido migra — vira ADR na Unidade 2 ou refatoração na Unidade 3, e o custo cresce com o atraso.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campos vão para o docs/analise.md, na seção Decisão de análise: as duas partes, o que cada uma quer na voz dela, o eixo, o que cada lado perde, o critério. Sem o eixo não é conflito, é lista de desejos; sem o critério é reclamação. Anular o eixo: por que REGISTRAR implica DIGITAR? Não implica — seleção rápida, valores pré-definidos, herança do cadastro anterior, foto do rótulo. O acoplamento estava na FORMA do requisito. Custo de adiar: o conflito não decidido migra — vira ADR na Unidade 2 ou refatoração na Unidade 3, e o custo cresce com o atraso.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número de campos obrigatórios · 2 = antecedência do compromisso · 3 = rigor do critério de aceitação · 4 = NÃO TEM EIXO. O ponto inteiro da atividade é o item 4: cache local com sincronização atende os dois; não existe variável em que um perde para o outro ganhar. É falso conflito — e fabricar conflito para ter o que registrar custa tanto quanto ignorar um real. Critério: se não dá para nomear a variável, não é conflito. Se render, emendar com "anule o eixo": em 4 minutos, três desenhos que reduzam o esforço do doador sem perder nenhum dado que a vigilância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objetivos e conflitos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problema de requisito.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do grupo está no ar,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problema central e as incertezas do caso.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ainda não faz nada útil.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saúde responde — é só a prova de que sobe.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para quem estamos construindo.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Descobrir quem tem interesse no problema, o que cada um espera e onde esses interesses colidem.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 + 3 objetivos de impacto + 1 conflito com critério de decisão.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stakeholder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provoca ou sofre consequência do sistema — não apenas quem vai clicar nos botões. Cada tipo produz um tipo diferente de requisito.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traz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Reaparece 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Usuário direto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fluxo: o que precisa conseguir fazer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histórias (Aula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Patrocinador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objetivo, o porquê de existir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objetivos (hoje)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precisa ser verdade todo 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não-funcionais (Aula 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condição não negociável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restrição (Unidade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Doadores: restaurantes, padarias, mercados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ONGs e cozinhas comunitárias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Voluntários entregadores — celular, rua, conexão instável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Marta: patrocinadora E operação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sanitária: não usa, e decide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é stakeholder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"Administrador do sistema" — é papel de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não ganha, não perde e não impede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doze nomes: não prioriza nada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 de stakeholder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votação, com justificativa obrigatória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destes são stakeholders do Prato Cheio? Justifique cada "sim" com uma das três perguntas: o que ganha, o que perde, o que pode impedir.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motorista de aplicativo que passa na frente do restaurante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sistema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 entregador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 da disciplina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família que recebe a refeição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 de embalagens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que serve para decidir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× influência. O mapa não é inventário: é instrumento de priorização. Cada quadrante manda fazer uma coisa diferente.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influência + alto interesse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envolver e negociar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Marta, ONGs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influência + baixo interesse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satisfeito — é quem veta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influência + alto interesse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— sofre e não decide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voluntários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influência + baixo interesse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depois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que decide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termina com a consequência para a iteração 1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quem entrevistar primeiro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de quem aceitar requisito agora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em Markdown, versionada e diffável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Bonito, completo e inerte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decisão da iteração 1 mudou por causa dele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que não entra em Pull Request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classificada como baixa influência porque não usa o sistema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impacto, não de funcionalidade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é o resultado no mundo (outcome) e se mede sem abrir o sistema. Funcionalidade é o meio (output). Necessidade é o que faz alguém usar.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uma tela de cadastro de doações"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a mediana de minutos entre publicar e coletar"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+ linha de base + direção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 número que, em dezembro, diz que não aconteceu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descarte · aumentar refeições · reduzir tempo até a coleta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objetivos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o desperdício" — desejo, sem métrica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"Lançar o app", "ter 10 telas" — output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"Melhorar a comunicação" — não é falsificável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"10 histórias por sprint" — meta que corrompe a medida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linha de base — decida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debate com posição atribuída, sem escolha de lado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Marta acha que o gargalo é o tempo de coleta. Não existe medição. Dois minutos para montar o argumento, um minuto para apresentar.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1673352"/>
          </a:xfrm>
          <a:prstGeom prst="roundRect">
            <a:avLst>
              <a:gd name="adj" fmla="val 7650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1 — assumir a hipótese e construir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2 — medir antes de construir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3 — construir medindo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ficam implícitas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 é restrição do domínio, não do software: vale mesmo sem sistema nenhum. Boa parte não é dita — está no hábito de quem trabalha ali.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2176272"/>
          </a:xfrm>
          <a:prstGeom prst="roundRect">
            <a:avLst>
              <a:gd name="adj" fmla="val 42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Dita:       doação aceita não fica disponível para outra ONG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Praticada:  "quem responde primeiro leva"  (ninguém decidiu)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Imposta:    registrar tipo, quantidade e validade  (vigilância)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Derivada:   sem validade, não pode ser publicada  (segue da imposta)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Ausente:    e se a ONG aceita e não busca?  (o caso não diz)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Inventada:  o aceite expira em 2 h e volta à fila  (nós decidimos)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Sujeito + condição observável + efeito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desenvolvedores leem e implementam a mesma coisa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critério de aceite na Aula 4 e teste na Aula 12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sistema deve 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"Tratar os casos especiais"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Ambiguidade resolvida dentro de um if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que ninguém escreveu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coletivo, no quadro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no grupo de WhatsApp, quem responde primeiro leva a doação. Ninguém decidiu isso — virou hábito.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1673352"/>
          </a:xfrm>
          <a:prstGeom prst="roundRect">
            <a:avLst>
              <a:gd name="adj" fmla="val 7650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é uma boa regra? Para quem?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vão codificá-la ou substituí-la?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diz que ONGs mais próximas têm vantagem logística. Isso autoriza a regra "a mais próxima tem prioridade"?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regra?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classificação individual, correção coletiva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a origem de cada regra. Duas delas não são regras a descobrir — são decisões esperando dono.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1673352"/>
          </a:xfrm>
          <a:prstGeom prst="roundRect">
            <a:avLst>
              <a:gd name="adj" fmla="val 7650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doação aceita não fica disponível para outra ONG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responde primeiro leva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doação registra tipo, quantidade e validade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se a ONG aceita e não busca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doação com janela expirada não pode ser aceita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ONG só pode ter uma doação em aberto por vez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Conflito de prioridade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 não é briga de pessoas: é um objetivo que só avança piorando outro. A análise não resolve o conflito — ela o torna decidível.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eixo do trade-off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em 10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campos obrigatórios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com antecedência o que vem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antecedência do compromisso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todo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rigor do critério de aceitação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saídas legítimas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— e registrar o que se perde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Adiar com data e o que medir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o eixo — redesenhar até o trade-off não existir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terceira é a mais valiosa e a menos procurada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não-saídas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"Vamos fazer os dois" — o eixo não desaparece por ser ignorado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cliente decide" — a Marta é PARTE no conflito, não árbitra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Empurrar a decisão para o código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Nomeie o eixo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dupla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par, nomeie em uma expressão curta a variável em que um ganha na medida em que o outro perde. Atenção: um dos quatro não tem eixo.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quer cadastrar em 10 s × vigilância quer rastreabilidade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quer saber com antecedência × doador não quer se comprometer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 quer aceitar todo doador × qualidade mínima da informação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 precisa usar com conexão instável × ONG quer a lista sempre atualizada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3 objetivos de impacto na seção ## Objetivos de impacto de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mapa de stakeholders na tabela ## Stakeholders — acrescentando a 5ª coluna: consequência para a iteração 1.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as regras de negócio encontradas, marcando quais são ausentes.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conflito e o critério vão para ## Conflitos de prioridade: as duas partes, o eixo, o que cada lado perde, o critério e a saída adotada.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faz ao menos um commit hoje: a análise também é versionada.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mapa de stakeholders do caso, classificando cada um por interesse e influência, com a consequência para a iteração 1.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um conflito e escrever as duas falas, o eixo, o que cada lado perde e o critério que decide.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3 regras de negócio implícitas do caso em enunciados explícitos e verificáveis, marcando qual é ausente.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esclarecer conceito e revisar redação. O mapa, os objetivos e o critério de decisão são seus.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conflito do caso você não saberia resolver hoje? Registre a pergunta.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2026-08-06T20:04:57Z</dcterms:created>
  <dcterms:modified xsi:type="dcterms:W3CDTF">2026-08-06T20:04:57Z</dcterms:modified>
</cp:coreProperties>
</file>