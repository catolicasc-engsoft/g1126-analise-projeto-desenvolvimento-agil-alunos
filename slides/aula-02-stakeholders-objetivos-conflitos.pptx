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02 — Stakeholders, objetivos e conflitos.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objetivos e conflitos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problema de requisito.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do grupo está no ar,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problema central e as incertezas do caso.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ainda não faz nada útil.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saúde responde — é só a prova de que sobe.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para quem estamos construindo.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Descobrir quem tem interesse no problema, o que cada um espera e onde esses interesses colidem.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 + 3 objetivos de impacto + 1 conflito explicitado.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stakeholder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afeta ou é afetado pela solução — não apenas quem vai clicar nos botões.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Doadores: restaurantes, padarias, mercados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ONGs e cozinhas comunitárias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Voluntários entregadores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Marta, a coordenadora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esquece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opera o sistema no dia a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regula e pode barrar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a conta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impacto, não de funcionalidade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é o resultado que se quer no mundo (outcome). Funcionalidade é o meio (output).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uma tela de cadastro de doações"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o tempo entre comida disponível e comida coletada"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descarte de comida boa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refeições que chegam a quem precisa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até a coleta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objetivos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"Lançar o app"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10 telas prontas"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output sem mover outcome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ficam implícitas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parte das regras não é dita — está no hábito de quem trabalha ali. Análise é fazê-las virar frase verificável.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Implícito:  "a gente vê o que dá para aproveitar"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toda doação registra tipo, quantidade e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doação aceita não fica disponível para outra ONG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explicitada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sujeito, condição e efeito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verificada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depois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sistema deve 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"Tratar os casos especiais"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Conflito de prioridade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querem coisas incompatíveis. Análise não resolve por mágica: explicita o conflito e propõe um critério de decisão.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Colide 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em 10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da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com antecedência o que vem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quer se comprometer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todo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mínima da informação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o conflito por escrito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critério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quem perde o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dá para agradar todos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sem dizer por quê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Empurrar a decisão para o código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mapa de stakeholders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3 objetivos de impacto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as regras de negócio encontradas.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no repositório: a análise também é versionada.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mapa de stakeholders do caso, classificando cada um por interesse e influência.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duas falas contraditórias de stakeholders, escrever o conflito e propor um critério para decidir.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3 regras de negócio implícitas do caso em enunciados explícitos e verificáveis.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organizar e comparar. O mapa e o critério de decisão são seus.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conflito do caso você não saberia resolver hoje? Registre a pergunta.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2026-07-27T17:01:18Z</dcterms:created>
  <dcterms:modified xsi:type="dcterms:W3CDTF">2026-07-27T17:01:18Z</dcterms:modified>
</cp:coreProperties>
</file>