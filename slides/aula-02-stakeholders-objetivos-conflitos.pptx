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02 — Stakeholders, objetivos e conflitos. ~70 min de exposição; o restante é produção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Retomar rápido. Se ninguém lembrar, é sinal de que a evidência da aula anterior foi fraca.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estado real do produto. Se algum grupo está travado, aparece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 aula produz uma evidência. Dizer qual é, antes de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vigilância sanitária é o stakeholder que ninguém lembra — e é quem pode inviabilizar 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vigilância sanitária é o stakeholder que ninguém lembra — e é quem pode inviabilizar 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Amarrar com a habilidade da ementa: outcome vs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Amarrar com a habilidade da ementa: outcome vs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Puxar 3 regras implícitas do caso com a turma, no quadro.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Puxar 3 regras implícitas do caso com a turma, no quadro.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a ideia de decisão defensável — que vale mais que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entra a ideia de decisão defensável — que vale mais que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Circular entre os grupos. Questionar decisões e introduzir restrições novas.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Correção binária: entregou no prazo e no formato, pontuou.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for colaboradora: exigir o registro do que a IA gerou e do que eles mudaram.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1 min ao final. Nunca entregar resumo pronto — a consulta é evidência de aprendizagem.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Stakeholders, objetivos e conflitos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1 — Análise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IA: IA para consulta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Separamos problema de requisito.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do grupo está no ar, com CI verde.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Escrevemos o problema central e as incertezas do caso.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Retomada · 5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vivo,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737360"/>
          </a:xfrm>
          <a:prstGeom prst="roundRect">
            <a:avLst>
              <a:gd name="adj" fmla="val 7368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roda, mas ainda não faz nada útil.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de saúde responde — é só a prova de que sobe.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saber para quem estamos construindo.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vivo · 3 min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da aula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Descobrir quem tem interesse no problema, o que cada um espera e onde esses interesses colidem.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que sai desta aula: 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stakeholders + 3 objetivos de impacto + 1 conflito explicitado.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· 2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stakeholder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mundo que afeta ou é afetado pela solução — não apenas quem vai clicar nos botões.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1176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39128" y="2286000"/>
            <a:ext cx="1947672" cy="640080"/>
          </a:xfrm>
          <a:prstGeom prst="roundRect">
            <a:avLst>
              <a:gd name="adj" fmla="val 17143"/>
            </a:avLst>
          </a:prstGeom>
          <a:solidFill>
            <a:srgbClr val="F1F5E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22860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Prato Cheio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Doadores: restaurantes, padarias, mercados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ONGs e cozinhas comunitárias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Voluntários entregadores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Marta, a coordenadora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 sanitária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esquece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opera o sistema no dia a dia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regula e pode barrar tudo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paga a conta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impacto, não de funcionalidade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é o resultado que se quer no mundo (outcome). Funcionalidade é o meio (output).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86000"/>
            <a:ext cx="3438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 uma tela de cadastro de doações"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2542032"/>
            <a:ext cx="502920" cy="411480"/>
          </a:xfrm>
          <a:prstGeom prst="chevron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2286000"/>
            <a:ext cx="3703320" cy="914400"/>
          </a:xfrm>
          <a:prstGeom prst="roundRect">
            <a:avLst>
              <a:gd name="adj" fmla="val 12000"/>
            </a:avLst>
          </a:prstGeom>
          <a:solidFill>
            <a:srgbClr val="F1F5E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286000"/>
            <a:ext cx="3483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"Reduzir o tempo entre comida disponível e comida coletada"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do caso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descarte de comida boa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refeições que chegam a quem precisa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tempo até a coleta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objetivos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"Lançar o app"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 10 telas prontas"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output sem mover outcome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negócio ficam implícitas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parte das regras não é dita — está no hábito de quem trabalha ali. Análise é fazê-las virar frase verificável.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243584"/>
          </a:xfrm>
          <a:prstGeom prst="roundRect">
            <a:avLst>
              <a:gd name="adj" fmla="val 7353"/>
            </a:avLst>
          </a:prstGeom>
          <a:solidFill>
            <a:srgbClr val="F4F4F2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14016"/>
            <a:ext cx="7863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Implícito:  "a gente vê o que dá para aproveitar"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Explícito:  toda doação registra tipo, quantidade e validade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Explícito:  doação aceita não fica disponível para outra ONG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explicitada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sujeito, condição e efeito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verificada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teste depois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vaga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sistema deve ser rápido"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"Tratar os casos especiais"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dizer se foi cumprida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Conflito de prioridade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querem coisas incompatíveis. Análise não resolve por mágica: explicita o conflito e propõe um critério de decisão.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860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4937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Colide 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Cadastrar em 10 segundos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Rastreabilidade da vigilância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Saber com antecedência o que vem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Doador não quer se comprometer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Aceitar todo doador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Qualidade mínima da informação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310896"/>
            <a:ext cx="7699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Prato Cheio — e o contraponto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o conflito por escrito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um critério para decidir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quem perde o quê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2926080"/>
          </a:xfrm>
          <a:prstGeom prst="roundRect">
            <a:avLst>
              <a:gd name="adj" fmla="val 4375"/>
            </a:avLst>
          </a:prstGeom>
          <a:solidFill>
            <a:srgbClr val="FBF1EF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24358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645920"/>
            <a:ext cx="35753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Fingir que dá para agradar todos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sem dizer por quê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7A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Empurrar a decisão para o código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+ contraponto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contínua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todos os grupos evoluem no produto hoje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2377440"/>
          </a:xfrm>
          <a:prstGeom prst="roundRect">
            <a:avLst>
              <a:gd name="adj" fmla="val 5385"/>
            </a:avLst>
          </a:prstGeom>
          <a:solidFill>
            <a:srgbClr val="F1F5E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 mapa de stakeholders do caso no docs/analise.md.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os 3 objetivos de impacto do grupo.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Explicitar as regras de negócio encontradas.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no repositório: a análise também é versionada.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· o produto vivo avança em toda aula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sala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grupo (3 a 5 pessoas) — escolham 1 das 3 opções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91056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o mapa de stakeholders do caso, classificando cada um por interesse e influência.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69748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duas falas contraditórias de stakeholders, escrever o conflito e propor um critério para decidir.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11296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0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803904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511296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3 regras de negócio implícitas do caso em enunciados explícitos e verificáveis.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ao final do encontro · vale 0,25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Nível de IA nesta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12174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para consulta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ajudar a organizar e comparar. O mapa e o critério de decisão são seus.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nível, você continua responsável por verificar, testar, corrigir e defender o resultado.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3 · o nível é declarado em toda atividade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consulta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16002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conflito do caso você não saberia resolver hoje? Registre a pergunta.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Manuscrita, de próprio punho, extensão a seu critério. É a única consulta permitida na prova.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2026-07-25T14:48:21Z</dcterms:created>
  <dcterms:modified xsi:type="dcterms:W3CDTF">2026-07-25T14:48:21Z</dcterms:modified>
</cp:coreProperties>
</file>