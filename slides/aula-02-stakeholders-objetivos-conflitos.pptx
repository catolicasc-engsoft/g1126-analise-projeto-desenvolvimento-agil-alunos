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02 — Stakeholders, objetivos e conflitos.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vigilância sanitária é o stakeholder que ninguém lembra — e é quem pode inviabilizar 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vigilância sanitária é o stakeholder que ninguém lembra — e é quem pode inviabilizar 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a habilidade da ementa: outcome vs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a habilidade da ementa: outcome vs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Puxar 3 regras implícitas do caso com a turma,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Puxar 3 regras implícitas do caso com a turma,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ideia de decisão defensável — que vale mais que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ideia de decisão defensável — que vale mais que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Stakeholders, objetivos e conflitos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Separamos problema de requisito.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do grupo está no ar, com CI verde.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o problema central e as incertezas do caso.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ainda não faz nada útil.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 de saúde responde — é só a prova de que sobe.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saber para quem estamos construindo.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Descobrir quem tem interesse no problema, o que cada um espera e onde esses interesses colidem.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stakeholders + 3 objetivos de impacto + 1 conflito explicitado.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é stakeholder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mundo que afeta ou é afetado pela solução — não apenas quem vai clicar nos botões.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Patrocinador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Prato Cheio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Doadores: restaurantes, padarias, mercados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ONGs e cozinhas comunitárias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Voluntários entregadores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Marta, a coordenadora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Vigilância sanitária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esquece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opera o sistema no dia a dia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regula e pode barrar tudo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paga a conta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impacto, não de funcionalidade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é o resultado que se quer no mundo (outcome). Funcionalidade é o meio (output).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 uma tela de cadastro de doações"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"Reduzir o tempo entre comida disponível e comida coletada"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do caso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descarte de comida boa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refeições que chegam a quem precisa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tempo até a coleta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objetivos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"Lançar o app"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 10 telas prontas"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output sem mover outcome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de negócio ficam implícitas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parte das regras não é dita — está no hábito de quem trabalha ali. Análise é fazê-las virar frase verificável.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Implícito:  "a gente vê o que dá para aproveitar"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Explícito:  toda doação registra tipo, quantidade e validade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Explícito:  doação aceita não fica disponível para outra ONG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explicitada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sujeito, condição e efeito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verificada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teste depois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vaga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sistema deve 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"Tratar os casos especiais"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dizer se foi cumprida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Conflito de prioridade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querem coisas incompatíveis. Análise não resolve por mágica: explicita o conflito e propõe um critério de decisão.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Colide 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Cadastrar em 10 segundos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 da vigilância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com antecedência o que vem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não quer se comprometer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 todo 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 mínima da informação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Nomear o conflito por escrito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 um critério para decidir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quem perde o quê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fazer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Fingir que dá para agradar todos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sem dizer por quê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Empurrar a decisão para o código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 mapa de stakeholders do caso no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3 objetivos de impacto do grupo.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as regras de negócio encontradas.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no repositório: a análise também é versionada.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 ou trios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o mapa de stakeholders do caso, classificando cada um por interesse e influência.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duas falas contraditórias de stakeholders, escrever o conflito e propor um critério para decidir.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3 regras de negócio implícitas do caso em enunciados explícitos e verificáveis.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organizar e comparar. O mapa e o critério de decisão são seus.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conflito do caso você não saberia resolver hoje? Registre a pergunta.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2026-07-25T14:48:21Z</dcterms:created>
  <dcterms:modified xsi:type="dcterms:W3CDTF">2026-07-25T14:48:21Z</dcterms:modified>
</cp:coreProperties>
</file>