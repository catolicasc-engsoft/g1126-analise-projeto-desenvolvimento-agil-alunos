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09 — Não-funcionais e validação do design.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número: rápido quanto? em que rede? com quantas doações?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número: rápido quanto? em que rede? com quantas doações?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apontar, no próprio projeto, qual decisão mudou por causa de um não-funcional.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apontar, no próprio projeto, qual decisão mudou por causa de um não-funcional.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checklist é entregável do Trabalho 2. Fazer em aula, não em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checklist é entregável do Trabalho 2. Fazer em aula, não em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Lembrar: limitação reconhecida vale ponto na defesa individual. Esconder,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Lembrar: limitação reconhecida vale ponto na defesa individual. Esconder,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09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Não-funcionais e validação do design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viraram ADRs, com alternativas e consequências.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mudança de contexto nos obrigou a revisar decisão já tomada.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ADR da migração para PostgreSQL está escrito.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aula antes da entrega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e as decisões estão registradas.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se o projeto se sustenta — e como provar isso.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fechamos a Unidade 2: documento, consulta e retrospectiva.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o projeto pelos requisitos que ninguém escreve — e definir como validar que ele serve.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validação do projeto.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requisitos que ninguém escreve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manutenibilidade e escalabilidade quase nunca estão no pedido — e são o que costuma derrubar o sistema.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em rede lenta, no celular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com conexão ruim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a ONG certa aceita 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tentar aceitar sem permissão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Manutenibilidade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banco sem reescrever regras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migração da U3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muitas doações por 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testar com volume alto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número ou condição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sabe dizer se falhou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escalável"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não-funcional muda o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não-funcional não é um item de lista: ele altera decisões que vocês já tomaram.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 no celular, em rede instável"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requisições, resposta pequena, funcionar com pouco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visível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a estrutura dos dados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que a tela carrega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no ADR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nenhum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e esquecido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muda decisão alguma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enche o documento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validação do projeto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construir, defina o que precisa ser verdade para o projeto ser considerado bom. Sem isso, "pronto" é opinião.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seguir para a construção: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toda história do backlog cabe no modelo de dados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cada decisão aponta o requisito ou risco de origem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a migração de banco não toca nas regras de negócio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sabemos como medir os não-funcionais escolhidos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responder sim ou não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gosto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Checável por outra pessoa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design está bom"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arquitetura é limpa"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bem documentado"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Fragilidades e o que falta rastrear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projeto tem um ponto que, se falhar, derruba o resto. Nomeá-lo é mais útil que fingir que não existe.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único de falha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sem dono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sem teste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sem validação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Postura madura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Nomeia a fragilidade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faria se der errado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limitação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Postura frágil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"Não vemos riscos"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Esconder o que não funciona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descoberta na defesa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checklist de validação do projeto.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novas histórias, por PR revisado e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docs/projeto.md e a consulta manuscrita da unidade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2 (meia página)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3 requisitos não-funcionais do caso e explicar como cada um afeta o design.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um checklist de validação do projeto (o que precisa ser verdade para seguir).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a revisão crítica do projeto de outro grupo e apontar 2 fragilidades com justificativa.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levantar não-funcionais e montar o checklist. A avaliação do seu design é sua.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2: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2026-07-27T02:05:59Z</dcterms:created>
  <dcterms:modified xsi:type="dcterms:W3CDTF">2026-07-27T02:05:59Z</dcterms:modified>
</cp:coreProperties>
</file>