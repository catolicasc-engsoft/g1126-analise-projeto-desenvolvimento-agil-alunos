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04 — Critérios de aceite, hipóteses e riscos.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aceite, hipóteses e riscos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histórias e avaliamos por INVEST.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escolheu a sua história zero.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qual fatia precisa executar.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história zero passa a executar ponta a ponta.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it.todo dos testes viram testes de verdade.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aula: walking skeleton no ar, CI verde.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critérios que dizem quando algo está pronto, separar hipótese de suposição e nomear os riscos — com a fatia rodando.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de 3 histórias + 2 riscos + 1 hipótese, e o skeleton executando.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aceite: Dado / Quando / Então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descreve uma situação verificável: o contexto, a ação e o resultado observável.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  que um doador publicou uma doação de sopa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uma ONG consulta as doações disponíveis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 a doação de sopa aparece na lista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pessoa sabe dizer se passou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opinião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quase sem tradução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listagem deve funcionar bem"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usuário deve ficar satisfeito"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contexto, sem ação, sem resultado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 não é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com quem pediu — linguagem de negócio. O teste é a verificação automatizada dele — linguagem de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 doação aceita sai da lista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espera lista vazia após POST /aceitar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distintos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acordado antes de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escrito ao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pode gerar vários testes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Confusão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 em linguagem de código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que "tem teste" significa "foi aceito"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só o dev entende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 não é suposição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é o que assumimos sem testar. Hipótese é a suposição escrita de forma que um experimento possa derrubá-la.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Suposição:  "o gargalo é o tempo de coleta"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Hipótese:   se avisarmos as ONGs em até 10 min,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mais de metade das doações é aceita no mesmo dia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Experimento: 2 semanas, 1 bairro, medir aceite/dia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testável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espera observar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e um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dar errado — e isso é útil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usuários vão gostar"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medida, sem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 de refutar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probabilidade e impacto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é o que pode dar errado e ainda não deu. Sem mitigação escrita, é só preocupação.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do 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cadastra por preguiça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a 3 campos obrigatórios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Perecível vence antes da coleta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retirada visível e curta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Vigilância exige mais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dados extensível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bem tratado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Nomeado e priorizado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uma ação concreta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responsável por acompanhar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genérica copiada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"Risco: atraso no cronograma"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mitigação, sem dono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 história zero: doacoes.js e repositorio.js saem dos stubs.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os it.todo por testes de verdade e garantir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docs/analise.md e a consulta manuscrita da unidade.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1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 ou trios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critérios de aceite (Dado/Quando/Então) para 3 histórias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suposição do caso em hipótese testável e desenhar um experimento para validá-la.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 riscos do caso e propor uma mitigação concreta para cada um.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escrever critérios e listar riscos. A verificação e a defesa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1: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2026-07-25T14:48:21Z</dcterms:created>
  <dcterms:modified xsi:type="dcterms:W3CDTF">2026-07-25T14:48:21Z</dcterms:modified>
</cp:coreProperties>
</file>