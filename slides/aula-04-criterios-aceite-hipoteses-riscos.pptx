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04 — Critérios de aceite, hipóteses e riscos.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Conexão direta com a aula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it.todo do template virando um it de verdade. Conexão direta com a aula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sutil e cai na prova: quem confunde os dois não sabe negociar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 sutil e cai na prova: quem confunde os dois não sabe negociar escopo.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Marta ACHA que o gargalo é a coleta. Ninguém mediu. É o gancho do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Marta ACHA que o gargalo é a coleta. Ninguém mediu. É o gancho do caso.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circular: pedir a mitigação, não o risco. É onde eles travam.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circular: pedir a mitigação, não o risco. É onde eles travam.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autoavaliação orienta minhas perguntas na defesa individual. Não entra no cálculo da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04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aceite, hipóteses e riscos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Escrevemos histórias e avaliamos por INVEST.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grupo escolheu a sua história zero.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Sabemos qual fatia precisa executar.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a história zero passa a executar ponta a ponta.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it.todo dos testes viram testes de verdade.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final da aula: walking skeleton no ar, CI verde.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Escrever critérios que dizem quando algo está pronto, separar hipótese de suposição e nomear os riscos — com a fatia rodando.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aceite de 3 histórias + 2 riscos + 1 hipótese, e o skeleton executando.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aceite: Dado / Quando / Então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descreve uma situação verificável: o contexto, a ação e o resultado observável.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243584"/>
          </a:xfrm>
          <a:prstGeom prst="roundRect">
            <a:avLst>
              <a:gd name="adj" fmla="val 7353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   que um doador publicou uma doação de sopa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uma ONG consulta as doações disponíveis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Então  a doação de sopa aparece na lista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verificável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pessoa sabe dizer se passou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depende de opinião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teste quase sem tradução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listagem deve funcionar bem"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usuário deve ficar satisfeito"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contexto, sem ação, sem resultado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 de aceite não é teste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é o acordo com quem pediu — linguagem de negócio. O teste é a verificação automatizada dele — linguagem de código.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Critério: a doação aceita sai da lista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espera lista vazia após POST /aceitar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Papéis distintos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Critério: acordado antes de construir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escrito ao construir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critério pode gerar vários testes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Confusão comum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critério em linguagem de código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Achar que "tem teste" significa "foi aceito"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que só o dev entende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 não é suposição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Suposição é o que assumimos sem testar. Hipótese é a suposição escrita de forma que um experimento possa derrubá-la.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Suposição:  "o gargalo é o tempo de coleta"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Hipótese:   se avisarmos as ONGs em até 10 min,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mais de metade das doações é aceita no mesmo dia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Experimento: 2 semanas, 1 bairro, medir aceite/dia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 testável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se espera observar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 número e um prazo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dar errado — e isso é útil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Suposição disfarçada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"Os usuários vão gostar"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medida, sem prazo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Impossível de refutar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Risco: probabilidade e impacto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é o que pode dar errado e ainda não deu. Sem mitigação escrita, é só preocupação.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 do caso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 não cadastra por preguiça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Reduzir a 3 campos obrigatórios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Perecível vence antes da coleta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 de retirada visível e curta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Vigilância exige mais registro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dados extensível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bem tratado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Nomeado e priorizado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uma ação concreta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responsável por acompanhar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decorativo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genérica copiada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"Risco: atraso no cronograma"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mitigação, sem dono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 da iteração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51176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51176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funcionou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45152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mudaríamos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39128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1463040"/>
          </a:xfrm>
          <a:prstGeom prst="roundRect">
            <a:avLst>
              <a:gd name="adj" fmla="val 8750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2860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página, registrada em docs/retrospectivas/.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Decisões, não tarefas: o que escolhemos e por quê.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Autoavaliação por pares: distribuam 100 pontos entre os integrantes.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· aulas 4, 9 e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 história zero: doacoes.js e repositorio.js saem dos stubs.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os it.todo por testes de verdade e garantir o CI verde.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docs/analise.md e a consulta manuscrita da unidade.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1 + autoavaliação de contribuição por pares.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critérios de aceite (Dado/Quando/Então) para 3 histórias do caso.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uma suposição do caso em hipótese testável e desenhar um experimento para validá-la.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2 riscos do caso e propor uma mitigação concreta para cada um.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escrever critérios e listar riscos. A verificação e a defesa são suas.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Feche sua consulta da Unidade 1: o que você precisa ter à mão na prova?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2026-07-27T17:01:18Z</dcterms:created>
  <dcterms:modified xsi:type="dcterms:W3CDTF">2026-07-27T17:01:18Z</dcterms:modified>
</cp:coreProperties>
</file>