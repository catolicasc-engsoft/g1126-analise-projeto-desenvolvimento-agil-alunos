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11 — Da decisão ao código: construção incremental.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sintoma clássico: branch longa. Se está aberta há dias, a fatia estava grossa.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sintoma clássico: branch longa. Se está aberta há dias, a fatia estava grossa.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escrevam a definição de pronto hoje e a colem no README do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escrevam a definição de pronto hoje e a colem no README do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Lembrar do gatilho da nota: contribuição no repositório é evidência de participação individual.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Lembrar do gatilho da nota: contribuição no repositório é evidência de participação individual.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claro: na defesa individual eu peço modificação ao vivo. Código não compreendido aparece na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claro: na defesa individual eu peço modificação ao vivo. Código não compreendido aparece na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escolha entre opções: a entrega é a mesma para todos os grupos. Circular e cobrar a evidência.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11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decisão ao código: construção incremental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— Construção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— Projeto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decisões viraram ADRs, com alternativas, consequências e rastreabilidade.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cresceu por Pull Requests revisados, com CI verde.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Ficou registrado o ADR da migração de SQLite para PostgreSQL.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funciona e o projeto está justificado.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 a régua muda: qualidade, testes e capacidade de sustentar mudança.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desta aula é necessário um PostgreSQL acessível — o caminho é escolha do grupo.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decisão registrada em código que roda — em incrementos pequenos e rastreáveis.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incremento integrado por PR revisado, com CI verde.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Fatiar em incrementos que entregam valor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 não é "metade da tela". É a menor mudança que alguém consegue usar — e que você consegue integrar hoje.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 bom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na main no mesmo dia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consegue usar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 PR que dá para ler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 ruim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"Terminei o back, falta o front"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aberta há duas semanas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funciona depois de tudo pronto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Definição de pronto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é um acordo do grupo, escrito antes. Sem ele, "pronto" significa uma coisa diferente para cada integrante.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65376"/>
          </a:xfrm>
          <a:prstGeom prst="roundRect">
            <a:avLst>
              <a:gd name="adj" fmla="val 490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Pronto, no nosso grupo, é: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o critério de aceite tem teste automatizado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o CI está verde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outro integrante revisou o PR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a interface funciona no celular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útil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Verificável, item por item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para todas as histórias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Escrita antes de começar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inútil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"Funcionando na minha máquina"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"Depois a gente testa"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conforme o prazo aperta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Commits e rastreabilidade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commit deve dizer o que mudou no comportamento do produto — e permitir voltar da linha de código até a história que a originou.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"ajustes", "correções", "wip", "final v2"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"ONG aceita doação e ela sai da lista (história 3)"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que serve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Mensagem no imperativo, clara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commit, uma mudança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história ou ADR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inútil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num commit gigante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sem informação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quem fez o quê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Usar IA para gerar código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escreve rápido e escreve plausível. O trabalho de engenharia é decidir o que fica, o que muda e o que se joga fora.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528877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52887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32381" y="2286000"/>
            <a:ext cx="1528877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32381" y="2286000"/>
            <a:ext cx="152887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807562" y="2286000"/>
            <a:ext cx="1528877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7562" y="2286000"/>
            <a:ext cx="152887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2742" y="2286000"/>
            <a:ext cx="1528877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2742" y="2286000"/>
            <a:ext cx="152887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57923" y="2286000"/>
            <a:ext cx="1528877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57923" y="2286000"/>
            <a:ext cx="152887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responsável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antes de aceitar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 cada linha que ficou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no PR o que alterou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ingênuo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e reza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sabe explicar na defesa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que passa sem verificar nada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construção o caminho é um só — não há menu de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103120"/>
          </a:xfrm>
          <a:prstGeom prst="roundRect">
            <a:avLst>
              <a:gd name="adj" fmla="val 6087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Evoluir o produto com uma nova história priorizada, integrada por PR revisado e CI verde.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a definição de pronto do grupo e registrá-la no README do repositório.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 o ambiente do PostgreSQL escolhido no ADR e iniciar a migração.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usar IA para gerar código, registrar no PR o que manteve, o que mudou e por quê.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5661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do encontro: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 da história e a definição de pronto no repositório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 os 0,25 da atividade do encontro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gerar código. Você revisa, testa e registra no PR o que manteve, o que mudou e por quê.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você levaria para a prova sobre incremento e definição de pronto?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2026-07-28T00:37:57Z</dcterms:created>
  <dcterms:modified xsi:type="dcterms:W3CDTF">2026-07-28T00:37:57Z</dcterms:modified>
</cp:coreProperties>
</file>