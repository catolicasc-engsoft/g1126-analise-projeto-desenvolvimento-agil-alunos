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11 — Da decisão ao código: construção incremental.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sintoma clássico: branch longa. Se está aberta há dias, a fatia estava grossa.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sintoma clássico: branch longa. Se está aberta há dias, a fatia estava grossa.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escrevam a definição de pronto hoje e a colem no README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escrevam a definição de pronto hoje e a colem no README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do gatilho da nota: contribuição no repositório é evidência de participação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Lembrar do gatilho da nota: contribuição no repositório é evidência de participação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na defesa individual eu peço modificação ao vivo. Código não compreendido aparece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na defesa individual eu peço modificação ao vivo. Código não compreendido aparece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decisão ao código: construção incremental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 — Construção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— Projeto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 viraram ADRs, com alternativas, consequências e rastreabilidade.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cresceu por Pull Requests revisados, com CI verde.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Ficou registrado o ADR da migração de SQLite para PostgreSQL.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funciona e o projeto está justificado.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a régua muda: qualidade, testes e capacidade de sustentar mudança.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desta aula é necessário Docker — o PostgreSQL entra em cena.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Transformar decisão registrada em código que roda — em incrementos pequenos e rastreáveis.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incremento integrado por PR revisado, com CI verde.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Fatiar em incrementos que entregam valor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não é "metade da tela". É a menor mudança que alguém consegue usar — e que você consegue integrar hoje.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65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6289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89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82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69964" y="2478024"/>
            <a:ext cx="347472" cy="329184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2286000"/>
            <a:ext cx="1714500" cy="713232"/>
          </a:xfrm>
          <a:prstGeom prst="roundRect">
            <a:avLst>
              <a:gd name="adj" fmla="val 15385"/>
            </a:avLst>
          </a:prstGeom>
          <a:solidFill>
            <a:srgbClr val="97BC62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2300" y="2286000"/>
            <a:ext cx="17145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bom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main no mesmo dia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consegue usar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num PR que dá para ler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ruim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"Terminei o back, falta o front"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aberta há duas semanas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depois de tudo pronto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 de pronto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é um acordo do grupo, escrito antes. Sem ele, "pronto" significa uma coisa diferente para cada integrante.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65376"/>
          </a:xfrm>
          <a:prstGeom prst="roundRect">
            <a:avLst>
              <a:gd name="adj" fmla="val 490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Pronto, no nosso grupo, é: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o critério de aceite tem teste automatizado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o CI está verde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outro integrante revisou o PR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a interface funciona no celular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útil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Verificável, item por item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para todas as histórias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antes de começar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inútil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"Funcionando na minha máquina"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"Depois a gente testa"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conforme o prazo aperta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e rastreabilidade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commit deve dizer o que mudou no comportamento do produto — e permitir voltar da linha de código até a história que a originou.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"ajustes", "correções", "wip", "final v2"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"ONG aceita doação e ela sai da lista (história 3)"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que serve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no imperativo, clara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commit, uma mudança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história ou ADR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inútil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commit gigante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sem informação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quem fez o quê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IA para gerar código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escreve rápido e escreve plausível. O trabalho de engenharia é decidir o que fica, o que muda e o que se joga fora.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528877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5288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2381" y="2286000"/>
            <a:ext cx="1528877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2381" y="2286000"/>
            <a:ext cx="15288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7562" y="2286000"/>
            <a:ext cx="1528877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7562" y="2286000"/>
            <a:ext cx="15288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2742" y="2286000"/>
            <a:ext cx="1528877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2742" y="2286000"/>
            <a:ext cx="15288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57923" y="2286000"/>
            <a:ext cx="1528877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7923" y="2286000"/>
            <a:ext cx="15288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antes de aceitar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cada linha que ficou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 PR o que alterou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ingênuo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e reza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explicar na defesa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que passa sem verificar nada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produto com uma nova história priorizada, via PR revisado e CI verde.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a definição de pronto do grupo e registrar no repositório.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PostgreSQL local (docker compose up -d) e preparar a migração do ADR.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 consulta manuscrita da unidade 3.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primeiro incremento de uma história e abrir o PR com mensagem clara.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"definição de pronto" do grupo e aplicá-la ao incremento produzido.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um trecho com IA e revisá-lo, registrando no PR o que foi mantido, o que mudou e por quê.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código. Você revisa, testa e registra no PR o que manteve, o que mudou e por quê.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levaria para a prova sobre incremento e definição de pronto?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2026-07-25T21:21:36Z</dcterms:created>
  <dcterms:modified xsi:type="dcterms:W3CDTF">2026-07-25T21:21:36Z</dcterms:modified>
</cp:coreProperties>
</file>