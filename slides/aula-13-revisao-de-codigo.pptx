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13 — Revisão de código e refatoração. ~70 min de exposição; o restante é produção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rápido. Se ninguém lembrar, é sinal de que a evidência da aula anterior foi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estado real do produto. Se algum grupo está travado, aparece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aula produz uma evidência. Dizer qual é,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prática: comentário sem caso concreto de falha vale pouco. Cobrar o 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prática: comentário sem caso concreto de falha vale pouco. Cobrar o 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Refatoração sem motivo é desperdício. Pedir sempre: qual dor concreta isso resolve?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Refatoração sem motivo é desperdício. Pedir sempre: qual dor concreta isso resolve?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argumento vivo da camada de dados: como db.js expõe query()-&gt;{rows}, doacoes.js nem percebe a troca.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argumento vivo da camada de dados: como db.js expõe query()-&gt;{rows}, doacoes.js nem percebe a troca.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com a ementa: reuso é conteúdo previsto e aparece aqui de forma concreta.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com a ementa: reuso é conteúdo previsto e aparece aqui de forma concreta.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entre os grupos. Questionar decisões e introduzir restrições novas.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binária: entregou no prazo e no formato, pontuou.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for colaboradora: exigir o registro do que a IA gerou e do que eles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1 min ao final. Nunca entregar resumo pronto —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de código e refatoração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— Construção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IA: IA para consulta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critérios de aceite viraram testes automatizados.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Cobrimos casos limite que ninguém havia previsto.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Temos rede de proteção — e é hoje que ela é usada.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· 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vivo,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737360"/>
          </a:xfrm>
          <a:prstGeom prst="roundRect">
            <a:avLst>
              <a:gd name="adj" fmla="val 7368"/>
            </a:avLst>
          </a:prstGeom>
          <a:solidFill>
            <a:srgbClr val="EAF2E6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acumulou código: partes duplicadas, nomes ruins, trechos frágeis.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ADR da Unidade 2 decidiu migrar de SQLite para PostgreSQL.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executamos essa migração — sem mudar o comportamento.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 · 3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Melhorar a estrutura do código sem alterar o comportamento — com os testes provando que nada quebrou.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sai desta aula: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migração para PostgreSQL executada, com os testes verdes antes e depois.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2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de código: encontrar problema, não julgar pessoa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é sobre o código, nunca sobre quem escreveu. O objetivo é achar defeito antes do usuário — não provar quem sabe mais.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86000"/>
            <a:ext cx="3438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"Você fez isso errado"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2542032"/>
            <a:ext cx="502920" cy="411480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228600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2286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"Este trecho quebra se a lista vier vazia — testou esse caso?"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 útil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o caso que falha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caminho, não humilha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pergunta quando não tem certeza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 inútil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"Está ruim"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de estilo que o linter resolve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sem ler para não criar atrito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Cheiros de código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Cheiro não é erro: é sinal de que algo vai doer depois. Código duplicado, função que faz três coisas, nome que engana.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duplicação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51176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1176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longa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que engana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39128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na rota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procurar no caso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consulta SQL em dois lugares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que valida, decide e grava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"dados", "info", "temp"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cheiro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diferente do seu estilo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Duplicação que ainda não doeu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Refatorar por estética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Refatorar com segurança: a migração do banco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Refatorar é mudar a estrutura mantendo o comportamento. A prova de que o comportamento se manteve são os testes que já existiam.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muda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NÃO muda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se prova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src/db.js: driver pg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src/doacoes.js (regras)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mesmos testes, verdes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marcadores ? → $1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rotas da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CI continua passando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schema: SERIAL,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testes existentes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comportamento idêntico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Refatoração honesta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verdes antes de começar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passo por vez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verdes ao terminar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Refatoração disfarçada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estrutura e comportamento junto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ajustados para passar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 com CI vermelho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Reuso: extrair em vez de duplicar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Reuso não é criar biblioteca antes da hora. É perceber a terceira repetição e extrair o que já provou ser comum.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865376"/>
          </a:xfrm>
          <a:prstGeom prst="roundRect">
            <a:avLst>
              <a:gd name="adj" fmla="val 4902"/>
            </a:avLst>
          </a:prstGeom>
          <a:solidFill>
            <a:srgbClr val="F4F4F2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7863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vez  — escreva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 vez  — desconfie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 vez  — extraia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Extrair antes disso costuma ser abstração errada.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Reuso saudável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 de repetição real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diz o que faz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teste próprio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Reuso prematuro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genérica com 5 parâmetros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 para um caso só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entende como usar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contínua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todos os grupos evoluem no produto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377440"/>
          </a:xfrm>
          <a:prstGeom prst="roundRect">
            <a:avLst>
              <a:gd name="adj" fmla="val 538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a migração de SQLite para PostgreSQL decidida no ADR: trocar db.js, ajustar os marcadores, descomentar o serviço postgres no CI.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pelo menos 1 outra refatoração, também protegida por testes.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em docs/refatoracoes.md o que mudou e por quê.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a consulta manuscrita da unidade.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· o produto vivo avança em toda aula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sala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 (3 a 5 pessoas) — escolham 1 das 3 opções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9105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camada de dados para PostgreSQL mantendo os testes verdes antes e depois — sem tocar em doacoes.js.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6974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04872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código de outro grupo usando um checklist e devolver o feedback por escrito.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8039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11296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um trecho gerado por IA, identificar onde ele é frágil e refatorá-lo.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ao final do encontro · vale 0,25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IA nesta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para consulta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explicar um cheiro de código ou sugerir um caminho. A refatoração e a verificação são suas.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nível, você continua responsável por verificar, testar, corrigir e defender o resultado.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3 · o nível é declarado em toda atividade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consulta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a diferença entre refatorar e reescrever? Registre com um exemplo do seu produto.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punho, extensão a seu critério. É a única consulta permitida na prova.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2026-07-25T21:21:36Z</dcterms:created>
  <dcterms:modified xsi:type="dcterms:W3CDTF">2026-07-25T21:21:36Z</dcterms:modified>
</cp:coreProperties>
</file>