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13 — Revisão de código e refatoração.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prática: comentário sem caso concreto de falha vale pouco. Cobrar 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prática: comentário sem caso concreto de falha vale pouco. Cobrar 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Refatoração sem motivo é desperdício. Pedir sempre: qual dor concreta isso resolve?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Refatoração sem motivo é desperdício. Pedir sempre: qual dor concreta isso resolve?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vivo da camada de dados: como db.js expõe query()-&gt;{rows}, doacoes.js nem percebe a troca.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vivo da camada de dados: como db.js expõe query()-&gt;{rows}, doacoes.js nem percebe a troca.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ementa: reuso é conteúdo previsto e aparece aqui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ementa: reuso é conteúdo previsto e aparece aqui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código e refatoração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critérios de aceite viraram testes automatizados.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Cobrimos casos limite que ninguém havia previsto.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rede de proteção — e é hoje que ela é usada.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acumulou código: partes duplicadas, nomes ruins, trechos frágeis.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ADR da Unidade 2 decidiu migrar de SQLite para PostgreSQL.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executamos essa migração — sem mudar o comportamento.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Melhorar a estrutura do código sem alterar o comportamento — com os testes provando que nada quebrou.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migração para PostgreSQL executada, com os testes verdes antes e depois.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código: encontrar problema, não julgar pessoa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é sobre o código, nunca sobre quem escreveu. O objetivo é achar defeito antes do usuário — não provar quem sabe mais.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"Você fez isso errado"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trecho quebra se a lista vier vazia — testou esse caso?"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caso que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caminho, não humilha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pergunta quando não tem certeza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ruim"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de estilo que o linter resolve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sem ler para não criar atrito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Cheiros de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 não é erro: é sinal de que algo vai doer depois. Código duplicado, função que faz três coisas, nome que engana.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duplicação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longa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que engana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na rota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procurar no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consulta SQL em dois lugares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que valida, decide e grava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"dados", "info", "temp"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cheiro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diferente do seu estilo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Duplicação que ainda não doeu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Refatorar por estética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Refatorar com segurança: a migração do banco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Refatorar é mudar a estrutura mantendo o comportamento. A prova de que o comportamento se manteve são os testes que já existiam.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NÃO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se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src/db.js: driver pg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src/doacoes.js (regras)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mesmos testes, verdes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marcadores ? → 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rotas da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CI continua passando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schema: SERIAL, 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testes existentes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comportamento idêntico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Refatoração honesta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 antes de começar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passo por vez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 ao terminar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estrutura e comportamento junto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ajustados para passar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 com CI vermelho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Reuso: extrair em vez de duplicar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não é criar biblioteca antes da hora. É perceber a terceira repetição e extrair o que já provou ser comum.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vez  — escreva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 vez  — desconfie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3a vez  — extraia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Extrair antes disso costuma ser abstração errada.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saudável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Nasce de repetição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diz o que faz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teste próprio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prematuro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genérica com 5 parâmetros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 para um caso só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entende como usar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a migração de SQLite para PostgreSQL: trocar db.js, ajustar os marcadores, descomentar o serviço postgres no CI. Testes verdes antes e depois, sem tocar em doacoes.js.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pelo menos 1 outra refatoração, também protegida por testes.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em docs/refatoracoes.md o cheiro atacado, o que mudou e a evidência dos testes.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código de outro grupo com checklist e devolver o feedback por escrito.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migração integrada, o docs/refatoracoes.md e o feedback ao outro grupo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explicar um cheiro de código ou sugerir um caminho. A refatoração e a verificação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a diferença entre refatorar e reescrever? Registre com um exemplo do seu produto.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2026-07-27T00:40:40Z</dcterms:created>
  <dcterms:modified xsi:type="dcterms:W3CDTF">2026-07-27T00:40:40Z</dcterms:modified>
</cp:coreProperties>
</file>