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Aula 13 — Revisão de código e refatoração. ~70 min de exposição; o restante é produção em sala.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Retomar rápido. Se ninguém lembrar, é sinal de que a evidência da aula anterior foi fraca.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o estado real do produto. Se algum grupo está travado, aparece aqui.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Toda aula produz uma evidência. Dizer qual é, antes de começar.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Regra prática: comentário sem caso concreto de falha vale pouco. Cobrar o exemplo.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Regra prática: comentário sem caso concreto de falha vale pouco. Cobrar o exemplo.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Refatoração sem motivo é desperdício. Pedir sempre: qual dor concreta isso resolve?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Refatoração sem motivo é desperdício. Pedir sempre: qual dor concreta isso resolve?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argumento vivo da camada de dados: como db.js expõe query()-&gt;{rows}, doacoes.js nem percebe a troca.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argumento vivo da camada de dados: como db.js expõe query()-&gt;{rows}, doacoes.js nem percebe a troca.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Conectar com a ementa: reuso é conteúdo previsto e aparece aqui de forma concreta.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Conectar com a ementa: reuso é conteúdo previsto e aparece aqui de forma concreta.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Sem escolha entre opções: a entrega é a mesma para todos os grupos. Circular e cobrar a evidência.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for colaboradora: exigir o registro do que a IA gerou e do que eles mudaram.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Reservar 1 min ao final. Nunca entregar resumo pronto — a consulta é evidência de aprendizagem.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5F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13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731520" y="182880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Revisão de código e refatoração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33832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3 — Construção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Nível de IA: IA para consulta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onde viemos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325880"/>
            <a:ext cx="8229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critérios de aceite viraram testes automatizados.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Cobrimos casos limite que ninguém havia previsto.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Temos rede de proteção — e é hoje que ela é usada.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Retomada · 5 min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estamos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produto vivo, hoje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1737360"/>
          </a:xfrm>
          <a:prstGeom prst="roundRect">
            <a:avLst>
              <a:gd name="adj" fmla="val 7368"/>
            </a:avLst>
          </a:prstGeom>
          <a:solidFill>
            <a:srgbClr val="EAF2E6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81328"/>
            <a:ext cx="7589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produto acumulou código: partes duplicadas, nomes ruins, trechos frágeis.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ADR da Unidade 2 decidiu migrar de SQLite para PostgreSQL.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Hoje executamos essa migração — sem mudar o comportamento.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produto vivo · 3 min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 da aula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Melhorar a estrutura do código sem alterar o comportamento — com os testes provando que nada quebrou.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2697480"/>
            <a:ext cx="8229600" cy="868680"/>
          </a:xfrm>
          <a:prstGeom prst="roundRect">
            <a:avLst>
              <a:gd name="adj" fmla="val 12632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69748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que sai desta aula: </a:t>
            </a:r>
            <a:pPr indent="0" marL="0">
              <a:buNone/>
            </a:pPr>
            <a:r>
              <a:rPr lang="en-US" sz="14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migração para PostgreSQL executada, com os testes verdes antes e depois.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· 2 min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Revisão de código: encontrar problema, não julgar pessoa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é sobre o código, nunca sobre quem escreveu. O objetivo é achar defeito antes do usuário — não provar quem sabe mais.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36576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2286000"/>
            <a:ext cx="3438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"Você fez isso errado"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79392" y="2542032"/>
            <a:ext cx="502920" cy="411480"/>
          </a:xfrm>
          <a:prstGeom prst="chevron">
            <a:avLst/>
          </a:prstGeom>
          <a:solidFill>
            <a:srgbClr val="97BC62"/>
          </a:solidFill>
          <a:ln/>
        </p:spPr>
      </p:sp>
      <p:sp>
        <p:nvSpPr>
          <p:cNvPr id="9" name="Shape 7"/>
          <p:cNvSpPr/>
          <p:nvPr/>
        </p:nvSpPr>
        <p:spPr>
          <a:xfrm>
            <a:off x="4983480" y="2286000"/>
            <a:ext cx="3703320" cy="914400"/>
          </a:xfrm>
          <a:prstGeom prst="roundRect">
            <a:avLst>
              <a:gd name="adj" fmla="val 12000"/>
            </a:avLst>
          </a:prstGeom>
          <a:solidFill>
            <a:srgbClr val="F1F5EF"/>
          </a:solidFill>
          <a:ln w="19050">
            <a:solidFill>
              <a:srgbClr val="2C5F2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93208" y="2286000"/>
            <a:ext cx="34838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"Este trecho quebra se a lista vier vazia — testou esse caso?"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Comentário útil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Aponta o caso que falha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Sugere caminho, não humilha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Faz pergunta quando não tem certeza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Comentário inútil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"Está ruim"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Discussão de estilo que o linter resolve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Aprovar sem ler para não criar atrito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Cheiros de código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Cheiro não é erro: é sinal de que algo vai doer depois. Código duplicado, função que faz três coisas, nome que engana.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1947672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286000"/>
            <a:ext cx="1947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duplicação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551176" y="2286000"/>
            <a:ext cx="1947672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51176" y="2286000"/>
            <a:ext cx="1947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função longa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645152" y="2286000"/>
            <a:ext cx="1947672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45152" y="2286000"/>
            <a:ext cx="1947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 que engana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739128" y="2286000"/>
            <a:ext cx="1947672" cy="640080"/>
          </a:xfrm>
          <a:prstGeom prst="roundRect">
            <a:avLst>
              <a:gd name="adj" fmla="val 17143"/>
            </a:avLst>
          </a:prstGeom>
          <a:solidFill>
            <a:srgbClr val="F1F5E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739128" y="2286000"/>
            <a:ext cx="1947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 na rota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procurar no caso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mesma consulta SQL em dois lugares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 que valida, decide e grava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Variável "dados", "info", "temp"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Falso cheiro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diferente do seu estilo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Duplicação que ainda não doeu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Refatorar por estética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Refatorar com segurança: a migração do banco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Refatorar é mudar a estrutura mantendo o comportamento. A prova de que o comportamento se manteve são os testes que já existiam.</a:t>
            </a:r>
            <a:endParaRPr lang="en-US" sz="1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8600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017520"/>
                <a:gridCol w="301752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muda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NÃO muda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Como se prova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src/db.js: driver pg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src/doacoes.js (regras)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os mesmos testes, verdes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marcadores ? → $1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 rotas da API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CI continua passando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schema: SERIAL, DATE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os testes existentes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comportamento idêntico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Refatoração honesta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verdes antes de começar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passo por vez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verdes ao terminar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Refatoração disfarçada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Muda estrutura e comportamento junto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ajustados para passar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Refatora com CI vermelho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Reuso: extrair em vez de duplicar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Reuso não é criar biblioteca antes da hora. É perceber a terceira repetição e extrair o que já provou ser comum.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8229600" cy="1865376"/>
          </a:xfrm>
          <a:prstGeom prst="roundRect">
            <a:avLst>
              <a:gd name="adj" fmla="val 4902"/>
            </a:avLst>
          </a:prstGeom>
          <a:solidFill>
            <a:srgbClr val="F4F4F2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414016"/>
            <a:ext cx="786384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1a vez  — escreva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2a vez  — desconfie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3a vez  — extraia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Extrair antes disso costuma ser abstração errada.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Reuso saudável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Nasce de repetição real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 diz o que faz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 teste próprio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Reuso prematuro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Função genérica com 5 parâmetros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Abstração para um caso só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Ninguém entende como usar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Produção em sala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construção o caminho é um só — não há menu de opções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8229600" cy="2103120"/>
          </a:xfrm>
          <a:prstGeom prst="roundRect">
            <a:avLst>
              <a:gd name="adj" fmla="val 6087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63040"/>
            <a:ext cx="7589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Executar a migração de SQLite para PostgreSQL: trocar db.js, ajustar os marcadores, descomentar o serviço postgres no CI. Testes verdes antes e depois, sem tocar em doacoes.js.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Aplicar pelo menos 1 outra refatoração, também protegida por testes.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em docs/refatoracoes.md o cheiro atacado, o que mudou e a evidência dos testes.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 o código de outro grupo com checklist e devolver o feedback por escrito.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457200" y="3566160"/>
            <a:ext cx="8229600" cy="777240"/>
          </a:xfrm>
          <a:prstGeom prst="roundRect">
            <a:avLst>
              <a:gd name="adj" fmla="val 14118"/>
            </a:avLst>
          </a:prstGeom>
          <a:solidFill>
            <a:srgbClr val="2C5F2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3566160"/>
            <a:ext cx="7680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 do encontro: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migração integrada, o docs/refatoracoes.md e o feedback ao outro grupo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 os 0,25 da atividade do encontro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Nível de IA nesta aula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8229600" cy="1051560"/>
          </a:xfrm>
          <a:prstGeom prst="roundRect">
            <a:avLst>
              <a:gd name="adj" fmla="val 12174"/>
            </a:avLst>
          </a:prstGeom>
          <a:solidFill>
            <a:srgbClr val="2C5F2D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IA para consulta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2377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 explicar um cheiro de código ou sugerir um caminho. A refatoração e a verificação são suas.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31089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qualquer nível, você continua responsável por verificar, testar, corrigir e defender o resultado.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Premissa 3 · o nível é declarado em toda atividade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1F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515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Sua consulta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457200" y="160020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 a diferença entre refatorar e reescrever? Registre com um exemplo do seu produto.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Manuscrita, de próprio punho, extensão a seu critério. É a única consulta permitida na prova.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2026-07-28T00:37:57Z</dcterms:created>
  <dcterms:modified xsi:type="dcterms:W3CDTF">2026-07-28T00:37:57Z</dcterms:modified>
</cp:coreProperties>
</file>