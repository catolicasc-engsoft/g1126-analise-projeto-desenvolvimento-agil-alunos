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01 — Abertura e o papel da análise.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 de seção. Momento de mudar o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contrato em uma frase. Voltar a ele sempre que houver dúvida de critério.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relógio: 19h às 22h30. Exposição curta, produção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a estrutura repete. Previsibilidade é parte do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gatilho do repositório é fato verificável, não julgamento. Eles podem conferir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porquê: sintetizar exige ter compreendido.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explícito: não uso detector de IA. Verifico por prova, defesa e modificação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Dizer que commits mostram quem fez o quê. Não é vigilância: é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Fixar as quatro datas no calendário deles agora, na aula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visual da avaliação: os 10 pontos, as regras da prova e da consulta, e os critérios da defesa. Deixar no telão enquanto tiram dúvidas — é o slide que eles vão fotografar.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as duas colunas em voz alta. É o momento de fechar o acordo.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atividade do Teams na hora. O repositório precisa ser público — é por ele que acompanho commits, PRs e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 de seção. Momento de mudar o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o que vocês fariam com dados incompletos? Deixar o desconforto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o que vocês fariam com dados incompletos? Deixar o desconforto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da aula. Se eles saírem só com isso, foi bom.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da aula. Se eles saírem só com isso, foi bom.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solução de referência rodando por 30 segundos. Só isso — não entregar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solução de referência rodando por 30 segundos. Só isso — não entregar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Abertura e o papel da análise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aula — o ponto de partida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já programam. O que falta é decidir sob incerteza.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disciplina não ensina cerimônias: ensina a analisar, projetar e construir.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final, cada grupo terá um produto rodando — construído em três iterações.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roda ainda.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repositório nasce e o CI fica verde.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4, uma fatia do produto executa ponta a ponta.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Entender o que significa analisar um problema — antes de propor qualquer solução.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central do caso + a lista de incertezas, escritos.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 pedagógico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trabalhar no semestre — e o que cada lado assume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disciplina entrega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você terá analisado um problema real, projetado uma solução e construído um software que funciona — em três iterações do mesmo produto.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01168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se avalia: volume, número de páginas, acabamento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79392" y="226771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4983480" y="201168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93208" y="201168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avalia: você compreende, decide, justifica, verifica e adapta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documento excelente que você não consegue defender não é evidência de aprendizagem.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aula funciona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aula segue a mesma rotina, para você saber o que esperar. Mais de duas horas são de produção, não de exposição.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79222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19456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2958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393192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~70min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6694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0430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0664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aula é o principal ambiente de aprendizagem: é aqui que se produz e é aqui que eu verifico.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Avaliação: 10 pontos por unidade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funciona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com consulta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Individual, sem IA, consulta que você escreveu à mão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 maior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do artefato do grupo + 1,0 da sua defesa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Atividades de aula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 por encontro: entregou no prazo, pontuou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estrutura nas três unidades. Nada muda no meio do caminho.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defesa individual: como você ganha o seu 1,0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 da entrega, escalonadamente conforme cada um termina a prova, você tem 2 a 3 minutos comigo.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você faz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Explicar uma decisão e sua justificativa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decidiu, então sabe defender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Responder sobre OUTRA parte do trabalho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responde pelo trabalho todo, não só pela sua fatia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Fazer uma modificação ao vivo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entende,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nenhuma contribuição registrada no repositório, você perde também a parcela do grupo.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consulta é sua — e você a constrói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única consulta permitida na prova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punho. A extensão é decisão sua.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material de consulta pronto — nem meu, nem gerado por IA.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Faltou à aula? Pode produzir aquela parte em casa, à mão. Não se copia a de colega.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substitutiva, valem as consultas das três unidades.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consulta é livre, as provas são de aplicação: nenhuma questão se responde localizando uma definição.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IA: três níveis declarados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Presencial, sem ferramenta.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caso das provas.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64408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BF7EA"/>
          </a:solidFill>
          <a:ln w="19050">
            <a:solidFill>
              <a:srgbClr val="8A6D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consulta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Esclarece conceito, compara alternativa, revisa raciocínio.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0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produz a entrega.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71616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colaboradora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6208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 da produção: código, testes, documentação.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36208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registra o que mudou.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nível: verificar, testar, corrigir e defender é sua responsabilidade. "A IA que escreveu isso" não é justificativa aceita.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Grupo, repositório e Pull Request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 a 5 pessoas, mantidos no semestre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é a unidade de todo trabalho: os três trabalhos maiores e os trabalhos de sala.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repositório público por grupo, a partir do template-repo.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 rodando build e testes a cada push — e verde em toda entrega.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 Unidade 2, toda mudança relevante entra por Pull Request revisado por outro integrante.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aulas 4, 9 e 14: retrospectiva + autoavaliação de contribuição por pares (100 pontos).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autoavaliação por pares não entra no cálculo da nota — ela orienta as perguntas que eu faço na defesa.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Presença, entregas e datas que não mudam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presença é registrada por chamada. As entregas são feitas pelo Teams, com data e hora, e valem independentemente de presença.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03/09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1 + Trabalho 1 (análise + walking skeleton)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2 + Trabalho 2 (projeto + incremento via PR)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3 + Trabalho 3 (produto refatorado)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03/12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Substitutiva — substitui a nota de prova mais 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também três noites de trabalho remoto: 27/08, 08/10 e 19/11, sempre na quinta anterior à entrega.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oring-ecstatic-planck/mnt/ANÁLISE, PROJETO E DESENVOLVIMENTO ÁGIL/g1126-analise-projeto-desenvolvimento-agil-guia-dos-professores/slides-gerador/assets/guia-avaliaca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20040"/>
            <a:ext cx="8229600" cy="45034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vias do contrato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017520"/>
          </a:xfrm>
          <a:prstGeom prst="roundRect">
            <a:avLst>
              <a:gd name="adj" fmla="val 4242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19786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me comprometo 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35753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previsível e horário respeitado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e critérios claros antes da tarefa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correção estáveis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próximo do momento da execução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entre os grupos e ajudar a desatolar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prova e entrega sem mudança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3977640" cy="3017520"/>
          </a:xfrm>
          <a:prstGeom prst="roundRect">
            <a:avLst>
              <a:gd name="adj" fmla="val 4242"/>
            </a:avLst>
          </a:prstGeom>
          <a:solidFill>
            <a:srgbClr val="EAF2E6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0328" y="119786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se compromete 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10328" y="1600200"/>
            <a:ext cx="35753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em aula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no prazo, mesmo faltando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sua consulta à mão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o nível de IA e registrar o uso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Contribuir de fato no repositório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explicar, corrigir e modificar tudo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cedo quando algo travar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aceite é registrado no Teams — próximo slide.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primeira entrega: o aceite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Teams, atividade "Aceite do contrato pedagógico". Ao entregar, você aceita o contrato — não há assinatura em papel.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2011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938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contrato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231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própria entrega registra que você leu e aceita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8895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8163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Membros do time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1089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5 pessoas, nomes completos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84448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76732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69417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do grupo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9867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 público no GitHub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Prazo: até o fim da Aula 2 · Entrega individual, sem nota — cada um entrega a sua, informando o mesmo time e o mesmo repositório.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papel da análise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começar pelo problema, e não pela tela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Ágil além das cerimônias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é decidir com informação incompleta e corrigir rápido — não é ter reunião em pé.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pouco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uma fatia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com o uso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decisão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sabemos o volume real de doações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sabemos se o gargalo é a coleta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 assim, precisamos começar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ter todos os dados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requisitos por seis semanas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pela tela, não pelo problema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não é requisito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é o que dói. O requisito é uma resposta possível — e quase sempre chega disfarçado de pedido.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"Quero um app com login e cadastro"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"Comida boa está sendo descartada enquanto ONGs ficam sem"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verdade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dor, de quem?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se resolvermos?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restrições limitam a solução?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disfarçado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"Preciso de um dashboard"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"Tem que ter notificação push"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já vem embutida no pedido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 vivo: o software roda desde já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4 uma fatia fina atravessa todas as camadas e executa. É o walking skeleton.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feita sobre algo que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aparece na semana 4, não na 15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unidade evolui o mesmo produto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que falha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integra na última semana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 minha máquina funciona"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se roda de verdade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Formar o grupo (3 a 5 pessoas) e receber o caso Prato Cheio.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o repositório público a partir do template-repo e confirmar o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npm install, npm run db:migrar, npm test e npm start. O banco é SQLite, embutido no Node: nada a instalar.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no Teams a atividade de aceite, com os membros do time e o link do repositório.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Reescrever um "pedido de cliente" mal formulado, separando o problema real da solução que já vinha embutida.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um caso curto, listar 5 incertezas que precisam ser resolvidas antes de projetar qualquer solução.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no caso três restrições (prazo, técnica, negócio) e explicar como cada uma limita as soluções possíveis.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esclarecer conceitos e comparar alternativas. Não produz a entrega por você.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desta aula você levaria para a prova — e por quê?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2026-07-27T02:05:59Z</dcterms:created>
  <dcterms:modified xsi:type="dcterms:W3CDTF">2026-07-27T02:05:59Z</dcterms:modified>
</cp:coreProperties>
</file>