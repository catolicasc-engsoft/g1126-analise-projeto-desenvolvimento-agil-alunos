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01 — Abertura e o papel da análise.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Divisor de seção. Momento de mudar o ritmo.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contrato em uma frase. Voltar a ele sempre que houver dúvida de critério.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relógio: 19h às 22h30. Exposição curta, produção longa.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Reforçar: a estrutura repete. Previsibilidade é parte do contrato.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gatilho do repositório é fato verificável, não julgamento. Eles podem conferir 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o porquê: sintetizar exige ter compreendido.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explícito: não uso detector de IA. Verifico por prova, defesa e modificação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Dizer que commits mostram quem fez o quê. Não é vigilância: é evidência.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Fixar as quatro datas no calendário deles agora, na aula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Ler as duas colunas em voz alta. É o momento de fechar o acordo. Abrir a atividade do Teams na hora e mostrar onde entregam o aceite.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a atividade do Teams na hora. O repositório precisa ser público — é por ele que acompanho commits, PRs e 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Divisor de seção. Momento de mudar o ritmo.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Perguntar: o que vocês fariam com dados incompletos? Deixar o desconforto aparecer.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Perguntar: o que vocês fariam com dados incompletos? Deixar o desconforto aparecer.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ponto da aula. Se eles saírem só com isso, foi bom.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ponto da aula. Se eles saírem só com isso, foi bom.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a solução de referência rodando por 30 segundos. Só isso — não entregar o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a solução de referência rodando por 30 segundos. Só isso — não entregar o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Circular entre os grupos. Questionar decisões e introduzir restrições novas.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Correção binária: entregou no prazo e no formato, pontuou.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01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Abertura e o papel da análise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— Análise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para consulta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aula — o ponto de partida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Vocês já programam. O que falta é decidir sob incerteza.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disciplina não ensina cerimônias: ensina a analisar, projetar e construir.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final, cada grupo terá um produto rodando — construído em três iterações.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vivo,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roda ainda.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o repositório nasce e o CI fica verde.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aula 4, uma fatia do produto executa ponta a ponta.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Entender o que significa analisar um problema — antes de propor qualquer solução.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central do caso + a lista de incertezas, escritos.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1488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Contrato pedagógico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30175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vamos trabalhar no semestre — e o que cada lado assume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disciplina entrega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final você terá analisado um problema real, projetado uma solução e construído um software que funciona — em três iterações do mesmo produto.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57200" y="201168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2011680"/>
            <a:ext cx="3438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NÃO se avalia: volume, número de páginas, acabamento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79392" y="2267712"/>
            <a:ext cx="502920" cy="411480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7" name="Shape 5"/>
          <p:cNvSpPr/>
          <p:nvPr/>
        </p:nvSpPr>
        <p:spPr>
          <a:xfrm>
            <a:off x="4983480" y="2011680"/>
            <a:ext cx="3703320" cy="914400"/>
          </a:xfrm>
          <a:prstGeom prst="roundRect">
            <a:avLst>
              <a:gd name="adj" fmla="val 12000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93208" y="2011680"/>
            <a:ext cx="3483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 avalia: você compreende, decide, justifica, verifica e adapta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42748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documento excelente que você não consegue defender não é evidência de aprendizagem.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aula funciona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aula segue a mesma rotina, para você saber o que esperar. Mais de duas horas são de produção, não de exposição.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57200" y="2011680"/>
            <a:ext cx="128016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011680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792224" y="220370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7" name="Shape 5"/>
          <p:cNvSpPr/>
          <p:nvPr/>
        </p:nvSpPr>
        <p:spPr>
          <a:xfrm>
            <a:off x="2194560" y="2011680"/>
            <a:ext cx="128016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94560" y="2011680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529584" y="220370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>
            <a:off x="3931920" y="2011680"/>
            <a:ext cx="128016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1920" y="2011680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Exposição ~70min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266944" y="220370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5669280" y="2011680"/>
            <a:ext cx="128016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0" y="2011680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004304" y="220370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7406640" y="2011680"/>
            <a:ext cx="1280160" cy="713232"/>
          </a:xfrm>
          <a:prstGeom prst="roundRect">
            <a:avLst>
              <a:gd name="adj" fmla="val 15385"/>
            </a:avLst>
          </a:prstGeom>
          <a:solidFill>
            <a:srgbClr val="97BC62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06640" y="2011680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42748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aula é o principal ambiente de aprendizagem: é aqui que se produz e é aqui que eu verifico.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Avaliação: 10 pontos por unidade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  <a:gridCol w="49377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funciona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Prova com consulta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Individual, sem IA, consulta que você escreveu à mão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Trabalho maior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 do artefato do grupo + 1,0 da sua defesa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Atividades de aula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0,25 por encontro: entregou no prazo, pontuou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2748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estrutura nas três unidades. Nada muda no meio do caminho.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defesa individual: como você ganha o seu 1,0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dia da entrega, escalonadamente conforme cada um termina a prova, você tem 2 a 3 minutos comigo.</a:t>
            </a:r>
            <a:endParaRPr lang="en-US" sz="1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  <a:gridCol w="49377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você faz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quê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Explicar uma decisão e sua justificativa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Você decidiu, então sabe defender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Responder sobre OUTRA parte do trabalho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Você responde pelo trabalho todo, não só pela sua fatia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Fazer uma modificação ao vivo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entende, muda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2748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nenhuma contribuição registrada no repositório, você perde também a parcela do grupo.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consulta é sua — e você a constrói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única consulta permitida na prova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514600"/>
          </a:xfrm>
          <a:prstGeom prst="roundRect">
            <a:avLst>
              <a:gd name="adj" fmla="val 5091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63040"/>
            <a:ext cx="7589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punho. A extensão é decisão sua.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existe material de consulta pronto — nem meu, nem gerado por IA.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Faltou à aula? Pode produzir aquela parte em casa, à mão. Não se copia a de colega.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substitutiva, valem as consultas das três unidades.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3662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consulta é livre, as provas são de aplicação: nenhuma questão se responde localizando uma definição.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Uso de IA: três níveis declarados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15184" cy="2286000"/>
          </a:xfrm>
          <a:prstGeom prst="roundRect">
            <a:avLst>
              <a:gd name="adj" fmla="val 5600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21792" y="124358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21792" y="16916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Presencial, sem ferramenta.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21792" y="27614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caso das provas.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64408" y="1097280"/>
            <a:ext cx="2615184" cy="2286000"/>
          </a:xfrm>
          <a:prstGeom prst="roundRect">
            <a:avLst>
              <a:gd name="adj" fmla="val 5600"/>
            </a:avLst>
          </a:prstGeom>
          <a:solidFill>
            <a:srgbClr val="FBF7EA"/>
          </a:solidFill>
          <a:ln w="19050">
            <a:solidFill>
              <a:srgbClr val="8A6D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124358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consulta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429000" y="16916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Esclarece conceito, compara alternativa, revisa raciocínio.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429000" y="27614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produz a entrega.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71616" y="1097280"/>
            <a:ext cx="2615184" cy="2286000"/>
          </a:xfrm>
          <a:prstGeom prst="roundRect">
            <a:avLst>
              <a:gd name="adj" fmla="val 5600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36208" y="124358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colaboradora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36208" y="16916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 da produção: código, testes, documentação.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236208" y="27614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registra o que mudou.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3611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nível: verificar, testar, corrigir e defender é sua responsabilidade. "A IA que escreveu isso" não é justificativa aceita.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Grupo, repositório e Pull Request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Grupos de 3 a 5 pessoas, mantidos no semestre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514600"/>
          </a:xfrm>
          <a:prstGeom prst="roundRect">
            <a:avLst>
              <a:gd name="adj" fmla="val 5091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63040"/>
            <a:ext cx="7589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repositório por grupo, a partir do template-repo.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(GitHub Actions) rodando build e testes a cada push — e verde em toda entrega.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da Unidade 2, toda mudança relevante entra por Pull Request revisado por outro integrante.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aulas 4, 9 e 14: retrospectiva + autoavaliação de contribuição por pares (100 pontos).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3662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autoavaliação por pares não entra no cálculo da nota — ela orienta as perguntas que eu faço na defesa.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Presença, entregas e datas que não mudam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presença é registrada por chamada. As entregas têm data e hora e valem independentemente de presença.</a:t>
            </a:r>
            <a:endParaRPr lang="en-US" sz="1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Encontro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acontece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Aula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Prova 1 + Trabalho 1 (análise + walking skeleton)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Aula 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Prova 2 + Trabalho 2 (projeto + incremento via PR)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Aula 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Prova 3 + Trabalho 3 (produto refatorado)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Aula 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Prova substitutiva cumulativa — substitui a menor nota de prova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2748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falta ainda entrega no prazo, mas perde a orientação e o retorno do momento.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duas vias do contrato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77640" cy="3017520"/>
          </a:xfrm>
          <a:prstGeom prst="roundRect">
            <a:avLst>
              <a:gd name="adj" fmla="val 4242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119786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me comprometo 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58368" y="1600200"/>
            <a:ext cx="35753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previsível e horário respeitado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Instruções e critérios claros antes da tarefa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correção estáveis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próximo do momento da execução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entre os grupos e ajudar a desatolar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de prova e entrega sem mudança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709160" y="1051560"/>
            <a:ext cx="3977640" cy="3017520"/>
          </a:xfrm>
          <a:prstGeom prst="roundRect">
            <a:avLst>
              <a:gd name="adj" fmla="val 4242"/>
            </a:avLst>
          </a:prstGeom>
          <a:solidFill>
            <a:srgbClr val="EAF2E6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0328" y="119786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se compromete 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910328" y="1600200"/>
            <a:ext cx="35753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Produzir em aula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Entregar no prazo, mesmo faltando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sua consulta à mão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Respeitar o nível de IA e registrar o uso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Contribuir de fato no repositório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explicar, corrigir e modificar tudo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Avisar cedo quando algo travar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42245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aceite é registrado no Teams — próximo slide.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Sua primeira entrega: o aceite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Teams, atividade "Aceite do contrato pedagógico". Ao entregar, você aceita o contrato — não há assinatura em papel.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8229600" cy="749808"/>
          </a:xfrm>
          <a:prstGeom prst="roundRect">
            <a:avLst>
              <a:gd name="adj" fmla="val 14634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20116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93852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Aceite do contrato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223113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própria entrega registra que você leu e aceita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706624"/>
            <a:ext cx="8229600" cy="749808"/>
          </a:xfrm>
          <a:prstGeom prst="roundRect">
            <a:avLst>
              <a:gd name="adj" fmla="val 14634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88950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34440" y="28163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Membros do time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34440" y="310896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 5 pessoas, nomes completos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584448"/>
            <a:ext cx="8229600" cy="749808"/>
          </a:xfrm>
          <a:prstGeom prst="roundRect">
            <a:avLst>
              <a:gd name="adj" fmla="val 14634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3767328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34440" y="369417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do grupo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34440" y="3986784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do repositório público no GitHub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43159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Prazo: até o fim da Aula 2 · Entrega individual — cada um entrega a sua, informando o mesmo time e o mesmo repositório.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1488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papel da análise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30175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começar pelo problema, e não pela tela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Ágil além das cerimônias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Ágil é decidir com informação incompleta e corrigir rápido — não é ter reunião em pé.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com pouco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51176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51176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Entregar uma fatia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45152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Aprender com o uso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39128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39128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a decisão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Prato Cheio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sabemos o volume real de doações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sabemos se o gargalo é a coleta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Ainda assim, precisamos começar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comum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Esperar ter todos os dados para decidir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requisitos por seis semanas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Começar pela tela, não pelo problema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 não é requisito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é o que dói. O requisito é uma resposta possível — e quase sempre chega disfarçado de pedido.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286000"/>
            <a:ext cx="3438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"Quero um app com login e cadastro"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79392" y="2542032"/>
            <a:ext cx="502920" cy="411480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4983480" y="2286000"/>
            <a:ext cx="3703320" cy="914400"/>
          </a:xfrm>
          <a:prstGeom prst="roundRect">
            <a:avLst>
              <a:gd name="adj" fmla="val 12000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93208" y="2286000"/>
            <a:ext cx="3483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"Comida boa está sendo descartada enquanto ONGs ficam sem"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verdade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dor, de quem?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muda se resolvermos?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restrições limitam a solução?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disfarçado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"Preciso de um dashboard"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"Tem que ter notificação push"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 já vem embutida no pedido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Produto vivo: o software roda desde já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aula 4 uma fatia fina atravessa todas as camadas e executa. É o walking skeleton.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2265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26289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289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negócio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982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006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699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69723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97BC62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723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verde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assim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feita sobre algo que executa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aparece na semana 4, não na 15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unidade evolui o mesmo produto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projeto que falha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integra na última semana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"Na minha máquina funciona"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sabe se roda de verdade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contínua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todos os grupos evoluem no produto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377440"/>
          </a:xfrm>
          <a:prstGeom prst="roundRect">
            <a:avLst>
              <a:gd name="adj" fmla="val 538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Formar o grupo (3 a 5 pessoas) e receber o caso Prato Cheio.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Clonar o template-repo e subir o repositório do grupo.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o CI verde no GitHub Actions e abrir um PR de teste.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Rodar npm install, npm run db:migrar, npm test e npm start. O banco é SQLite, embutido no Node: nada a instalar.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· o produto vivo avança em toda aula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grupo (3 a 5 pessoas) — escolham 1 das 3 opções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9105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298448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Reescrever um pedido de cliente mal formulado, separando o problema real da solução embutida.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04872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6974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404872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Listar 5 incertezas que precisam ser resolvidas antes de projetar qualquer solução.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51129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0390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511296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três restrições do caso e explicar como cada uma limita as soluções possíveis.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ao final do encontro · vale 0,25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para consulta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esclarecer conceitos e comparar alternativas. Não produz a entrega por você.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desta aula você levaria para a prova — e por quê?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2026-07-25T20:48:18Z</dcterms:created>
  <dcterms:modified xsi:type="dcterms:W3CDTF">2026-07-25T20:48:18Z</dcterms:modified>
</cp:coreProperties>
</file>